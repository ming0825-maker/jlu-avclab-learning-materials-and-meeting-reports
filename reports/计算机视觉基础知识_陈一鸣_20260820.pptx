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7"/>
  </p:handoutMasterIdLst>
  <p:sldIdLst>
    <p:sldId id="256" r:id="rId3"/>
    <p:sldId id="987" r:id="rId5"/>
    <p:sldId id="990" r:id="rId6"/>
    <p:sldId id="991" r:id="rId7"/>
    <p:sldId id="989" r:id="rId8"/>
    <p:sldId id="992" r:id="rId9"/>
    <p:sldId id="997" r:id="rId10"/>
    <p:sldId id="1041" r:id="rId11"/>
    <p:sldId id="996" r:id="rId12"/>
    <p:sldId id="998" r:id="rId13"/>
    <p:sldId id="999" r:id="rId14"/>
    <p:sldId id="1000" r:id="rId15"/>
    <p:sldId id="1002" r:id="rId16"/>
    <p:sldId id="995" r:id="rId17"/>
    <p:sldId id="1001" r:id="rId18"/>
    <p:sldId id="1005" r:id="rId19"/>
    <p:sldId id="1003" r:id="rId20"/>
    <p:sldId id="1004" r:id="rId21"/>
    <p:sldId id="1006" r:id="rId22"/>
    <p:sldId id="1007" r:id="rId23"/>
    <p:sldId id="1023" r:id="rId24"/>
    <p:sldId id="1019" r:id="rId25"/>
    <p:sldId id="1021" r:id="rId26"/>
    <p:sldId id="1014" r:id="rId27"/>
    <p:sldId id="1015" r:id="rId28"/>
    <p:sldId id="1016" r:id="rId29"/>
    <p:sldId id="1017" r:id="rId30"/>
    <p:sldId id="1018" r:id="rId31"/>
    <p:sldId id="1022" r:id="rId32"/>
    <p:sldId id="1008" r:id="rId33"/>
    <p:sldId id="1010" r:id="rId34"/>
    <p:sldId id="1009" r:id="rId35"/>
    <p:sldId id="1011" r:id="rId36"/>
    <p:sldId id="1040" r:id="rId37"/>
    <p:sldId id="1012" r:id="rId38"/>
    <p:sldId id="1013" r:id="rId39"/>
    <p:sldId id="1024" r:id="rId40"/>
    <p:sldId id="1025" r:id="rId41"/>
    <p:sldId id="1026" r:id="rId42"/>
    <p:sldId id="1027" r:id="rId43"/>
    <p:sldId id="1028" r:id="rId44"/>
    <p:sldId id="1029" r:id="rId45"/>
    <p:sldId id="1030" r:id="rId46"/>
    <p:sldId id="1031" r:id="rId47"/>
    <p:sldId id="1032" r:id="rId48"/>
    <p:sldId id="1033" r:id="rId49"/>
    <p:sldId id="1034" r:id="rId50"/>
    <p:sldId id="1035" r:id="rId51"/>
    <p:sldId id="1036" r:id="rId52"/>
    <p:sldId id="1039" r:id="rId53"/>
    <p:sldId id="1037" r:id="rId54"/>
    <p:sldId id="1038" r:id="rId55"/>
    <p:sldId id="319" r:id="rId5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10384759@qq.com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F821DB8-F4EB-4A41-A1BA-3FCAFE7338EE}" styleName="">
    <a:wholeTbl>
      <a:tcTxStyle>
        <a:font>
          <a:latin typeface="等线"/>
          <a:ea typeface="等线"/>
          <a:cs typeface="等线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 b="on">
        <a:font>
          <a:latin typeface="等线"/>
          <a:ea typeface="等线"/>
          <a:cs typeface="等线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>
          <a:latin typeface="等线"/>
          <a:ea typeface="等线"/>
          <a:cs typeface="等线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等线"/>
          <a:ea typeface="等线"/>
          <a:cs typeface="等线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9" autoAdjust="0"/>
    <p:restoredTop sz="93585" autoAdjust="0"/>
  </p:normalViewPr>
  <p:slideViewPr>
    <p:cSldViewPr snapToGrid="0">
      <p:cViewPr varScale="1">
        <p:scale>
          <a:sx n="105" d="100"/>
          <a:sy n="105" d="100"/>
        </p:scale>
        <p:origin x="176" y="6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commentAuthors" Target="commentAuthors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1" Type="http://schemas.openxmlformats.org/officeDocument/2006/relationships/image" Target="../media/image31.emf"/><Relationship Id="rId10" Type="http://schemas.openxmlformats.org/officeDocument/2006/relationships/image" Target="../media/image30.e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.emf"/><Relationship Id="rId8" Type="http://schemas.openxmlformats.org/officeDocument/2006/relationships/image" Target="../media/image42.wmf"/><Relationship Id="rId7" Type="http://schemas.openxmlformats.org/officeDocument/2006/relationships/image" Target="../media/image41.emf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3" Type="http://schemas.openxmlformats.org/officeDocument/2006/relationships/image" Target="../media/image47.emf"/><Relationship Id="rId12" Type="http://schemas.openxmlformats.org/officeDocument/2006/relationships/image" Target="../media/image46.emf"/><Relationship Id="rId11" Type="http://schemas.openxmlformats.org/officeDocument/2006/relationships/image" Target="../media/image45.emf"/><Relationship Id="rId10" Type="http://schemas.openxmlformats.org/officeDocument/2006/relationships/image" Target="../media/image44.emf"/><Relationship Id="rId1" Type="http://schemas.openxmlformats.org/officeDocument/2006/relationships/image" Target="../media/image34.e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67.emf"/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73.emf"/><Relationship Id="rId3" Type="http://schemas.openxmlformats.org/officeDocument/2006/relationships/image" Target="../media/image72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7" Type="http://schemas.openxmlformats.org/officeDocument/2006/relationships/image" Target="../media/image84.emf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94.emf"/><Relationship Id="rId8" Type="http://schemas.openxmlformats.org/officeDocument/2006/relationships/image" Target="../media/image93.emf"/><Relationship Id="rId7" Type="http://schemas.openxmlformats.org/officeDocument/2006/relationships/image" Target="../media/image92.emf"/><Relationship Id="rId6" Type="http://schemas.openxmlformats.org/officeDocument/2006/relationships/image" Target="../media/image91.emf"/><Relationship Id="rId5" Type="http://schemas.openxmlformats.org/officeDocument/2006/relationships/image" Target="../media/image90.emf"/><Relationship Id="rId4" Type="http://schemas.openxmlformats.org/officeDocument/2006/relationships/image" Target="../media/image89.emf"/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4" Type="http://schemas.openxmlformats.org/officeDocument/2006/relationships/image" Target="../media/image99.emf"/><Relationship Id="rId13" Type="http://schemas.openxmlformats.org/officeDocument/2006/relationships/image" Target="../media/image98.emf"/><Relationship Id="rId12" Type="http://schemas.openxmlformats.org/officeDocument/2006/relationships/image" Target="../media/image97.emf"/><Relationship Id="rId11" Type="http://schemas.openxmlformats.org/officeDocument/2006/relationships/image" Target="../media/image96.emf"/><Relationship Id="rId10" Type="http://schemas.openxmlformats.org/officeDocument/2006/relationships/image" Target="../media/image95.emf"/><Relationship Id="rId1" Type="http://schemas.openxmlformats.org/officeDocument/2006/relationships/image" Target="../media/image8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F0FED-17ED-F141-AA72-5E00DC8D6F3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C7F5C-9C2A-7147-BFA3-4F07D0DF775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https://acn3t8qa5wm4.feishu.cn/wiki/NUZEwrOsQiRo9YkW3emcIY7PnIc?from=from_copylink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English Version</a:t>
            </a:r>
            <a:endParaRPr dirty="0"/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 userDrawn="1"/>
        </p:nvPicPr>
        <p:blipFill>
          <a:blip r:embed="rId2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74556" y="180658"/>
            <a:ext cx="2117444" cy="1419516"/>
          </a:xfrm>
          <a:prstGeom prst="rect">
            <a:avLst/>
          </a:prstGeom>
        </p:spPr>
      </p:pic>
      <p:sp>
        <p:nvSpPr>
          <p:cNvPr id="5" name="正文级别 1…"/>
          <p:cNvSpPr txBox="1">
            <a:spLocks noGrp="1"/>
          </p:cNvSpPr>
          <p:nvPr>
            <p:ph type="body" idx="1"/>
          </p:nvPr>
        </p:nvSpPr>
        <p:spPr>
          <a:xfrm>
            <a:off x="834072" y="1868487"/>
            <a:ext cx="1114021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 userDrawn="1"/>
        </p:nvPicPr>
        <p:blipFill>
          <a:blip r:embed="rId2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sp>
        <p:nvSpPr>
          <p:cNvPr id="3" name="矩形 6"/>
          <p:cNvSpPr/>
          <p:nvPr userDrawn="1"/>
        </p:nvSpPr>
        <p:spPr>
          <a:xfrm>
            <a:off x="0" y="0"/>
            <a:ext cx="12192000" cy="108182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矩形 9"/>
          <p:cNvSpPr/>
          <p:nvPr userDrawn="1"/>
        </p:nvSpPr>
        <p:spPr>
          <a:xfrm>
            <a:off x="0" y="6580089"/>
            <a:ext cx="12192000" cy="27791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33D70"/>
            </a:solidFill>
            <a:miter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" name="图片 2" descr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52334" y="261620"/>
            <a:ext cx="4593591" cy="6616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199572" y="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8" name="正文级别 1…"/>
          <p:cNvSpPr txBox="1">
            <a:spLocks noGrp="1"/>
          </p:cNvSpPr>
          <p:nvPr>
            <p:ph type="body" idx="1"/>
          </p:nvPr>
        </p:nvSpPr>
        <p:spPr>
          <a:xfrm>
            <a:off x="199571" y="1587183"/>
            <a:ext cx="1164635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4" name="文本占位符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1600"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hf hdr="0" ftr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 Light" panose="02010600030101010101" charset="-122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2pPr>
      <a:lvl3pPr marL="1234440" marR="0" indent="-32004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9" Type="http://schemas.openxmlformats.org/officeDocument/2006/relationships/vmlDrawing" Target="../drawings/vmlDrawing2.vml"/><Relationship Id="rId68" Type="http://schemas.openxmlformats.org/officeDocument/2006/relationships/slideLayout" Target="../slideLayouts/slideLayout5.xml"/><Relationship Id="rId67" Type="http://schemas.openxmlformats.org/officeDocument/2006/relationships/image" Target="../media/image20.wmf"/><Relationship Id="rId66" Type="http://schemas.openxmlformats.org/officeDocument/2006/relationships/oleObject" Target="../embeddings/oleObject8.bin"/><Relationship Id="rId65" Type="http://schemas.openxmlformats.org/officeDocument/2006/relationships/image" Target="../media/image19.wmf"/><Relationship Id="rId64" Type="http://schemas.openxmlformats.org/officeDocument/2006/relationships/oleObject" Target="../embeddings/oleObject7.bin"/><Relationship Id="rId63" Type="http://schemas.openxmlformats.org/officeDocument/2006/relationships/image" Target="../media/image18.wmf"/><Relationship Id="rId62" Type="http://schemas.openxmlformats.org/officeDocument/2006/relationships/oleObject" Target="../embeddings/oleObject6.bin"/><Relationship Id="rId61" Type="http://schemas.openxmlformats.org/officeDocument/2006/relationships/image" Target="../media/image17.wmf"/><Relationship Id="rId60" Type="http://schemas.openxmlformats.org/officeDocument/2006/relationships/oleObject" Target="../embeddings/oleObject5.bin"/><Relationship Id="rId6" Type="http://schemas.openxmlformats.org/officeDocument/2006/relationships/tags" Target="../tags/tag2.xml"/><Relationship Id="rId59" Type="http://schemas.openxmlformats.org/officeDocument/2006/relationships/tags" Target="../tags/tag55.xml"/><Relationship Id="rId58" Type="http://schemas.openxmlformats.org/officeDocument/2006/relationships/tags" Target="../tags/tag54.xml"/><Relationship Id="rId57" Type="http://schemas.openxmlformats.org/officeDocument/2006/relationships/tags" Target="../tags/tag53.xml"/><Relationship Id="rId56" Type="http://schemas.openxmlformats.org/officeDocument/2006/relationships/tags" Target="../tags/tag52.xml"/><Relationship Id="rId55" Type="http://schemas.openxmlformats.org/officeDocument/2006/relationships/tags" Target="../tags/tag51.xml"/><Relationship Id="rId54" Type="http://schemas.openxmlformats.org/officeDocument/2006/relationships/tags" Target="../tags/tag50.xml"/><Relationship Id="rId53" Type="http://schemas.openxmlformats.org/officeDocument/2006/relationships/tags" Target="../tags/tag49.xml"/><Relationship Id="rId52" Type="http://schemas.openxmlformats.org/officeDocument/2006/relationships/tags" Target="../tags/tag48.xml"/><Relationship Id="rId51" Type="http://schemas.openxmlformats.org/officeDocument/2006/relationships/tags" Target="../tags/tag47.xml"/><Relationship Id="rId50" Type="http://schemas.openxmlformats.org/officeDocument/2006/relationships/tags" Target="../tags/tag46.xml"/><Relationship Id="rId5" Type="http://schemas.openxmlformats.org/officeDocument/2006/relationships/tags" Target="../tags/tag1.xml"/><Relationship Id="rId49" Type="http://schemas.openxmlformats.org/officeDocument/2006/relationships/tags" Target="../tags/tag45.xml"/><Relationship Id="rId48" Type="http://schemas.openxmlformats.org/officeDocument/2006/relationships/tags" Target="../tags/tag44.xml"/><Relationship Id="rId47" Type="http://schemas.openxmlformats.org/officeDocument/2006/relationships/tags" Target="../tags/tag43.xml"/><Relationship Id="rId46" Type="http://schemas.openxmlformats.org/officeDocument/2006/relationships/tags" Target="../tags/tag42.xml"/><Relationship Id="rId45" Type="http://schemas.openxmlformats.org/officeDocument/2006/relationships/tags" Target="../tags/tag41.xml"/><Relationship Id="rId44" Type="http://schemas.openxmlformats.org/officeDocument/2006/relationships/tags" Target="../tags/tag40.xml"/><Relationship Id="rId43" Type="http://schemas.openxmlformats.org/officeDocument/2006/relationships/tags" Target="../tags/tag39.xml"/><Relationship Id="rId42" Type="http://schemas.openxmlformats.org/officeDocument/2006/relationships/tags" Target="../tags/tag38.xml"/><Relationship Id="rId41" Type="http://schemas.openxmlformats.org/officeDocument/2006/relationships/tags" Target="../tags/tag37.xml"/><Relationship Id="rId40" Type="http://schemas.openxmlformats.org/officeDocument/2006/relationships/tags" Target="../tags/tag36.xml"/><Relationship Id="rId4" Type="http://schemas.openxmlformats.org/officeDocument/2006/relationships/image" Target="../media/image9.wmf"/><Relationship Id="rId39" Type="http://schemas.openxmlformats.org/officeDocument/2006/relationships/tags" Target="../tags/tag35.xml"/><Relationship Id="rId38" Type="http://schemas.openxmlformats.org/officeDocument/2006/relationships/tags" Target="../tags/tag34.xml"/><Relationship Id="rId37" Type="http://schemas.openxmlformats.org/officeDocument/2006/relationships/tags" Target="../tags/tag33.xml"/><Relationship Id="rId36" Type="http://schemas.openxmlformats.org/officeDocument/2006/relationships/tags" Target="../tags/tag32.xml"/><Relationship Id="rId35" Type="http://schemas.openxmlformats.org/officeDocument/2006/relationships/tags" Target="../tags/tag31.xml"/><Relationship Id="rId34" Type="http://schemas.openxmlformats.org/officeDocument/2006/relationships/tags" Target="../tags/tag30.xml"/><Relationship Id="rId33" Type="http://schemas.openxmlformats.org/officeDocument/2006/relationships/tags" Target="../tags/tag29.xml"/><Relationship Id="rId32" Type="http://schemas.openxmlformats.org/officeDocument/2006/relationships/tags" Target="../tags/tag28.xml"/><Relationship Id="rId31" Type="http://schemas.openxmlformats.org/officeDocument/2006/relationships/tags" Target="../tags/tag27.xml"/><Relationship Id="rId30" Type="http://schemas.openxmlformats.org/officeDocument/2006/relationships/tags" Target="../tags/tag26.xml"/><Relationship Id="rId3" Type="http://schemas.openxmlformats.org/officeDocument/2006/relationships/oleObject" Target="../embeddings/oleObject4.bin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image" Target="../media/image8.wmf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0.bin"/><Relationship Id="rId24" Type="http://schemas.openxmlformats.org/officeDocument/2006/relationships/vmlDrawing" Target="../drawings/vmlDrawing3.vml"/><Relationship Id="rId23" Type="http://schemas.openxmlformats.org/officeDocument/2006/relationships/slideLayout" Target="../slideLayouts/slideLayout5.xml"/><Relationship Id="rId22" Type="http://schemas.openxmlformats.org/officeDocument/2006/relationships/image" Target="../media/image31.emf"/><Relationship Id="rId21" Type="http://schemas.openxmlformats.org/officeDocument/2006/relationships/oleObject" Target="../embeddings/oleObject19.bin"/><Relationship Id="rId20" Type="http://schemas.openxmlformats.org/officeDocument/2006/relationships/image" Target="../media/image30.emf"/><Relationship Id="rId2" Type="http://schemas.openxmlformats.org/officeDocument/2006/relationships/image" Target="../media/image21.wmf"/><Relationship Id="rId19" Type="http://schemas.openxmlformats.org/officeDocument/2006/relationships/oleObject" Target="../embeddings/oleObject18.bin"/><Relationship Id="rId18" Type="http://schemas.openxmlformats.org/officeDocument/2006/relationships/image" Target="../media/image29.wmf"/><Relationship Id="rId17" Type="http://schemas.openxmlformats.org/officeDocument/2006/relationships/oleObject" Target="../embeddings/oleObject17.bin"/><Relationship Id="rId16" Type="http://schemas.openxmlformats.org/officeDocument/2006/relationships/image" Target="../media/image28.wmf"/><Relationship Id="rId15" Type="http://schemas.openxmlformats.org/officeDocument/2006/relationships/oleObject" Target="../embeddings/oleObject16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emf"/><Relationship Id="rId8" Type="http://schemas.openxmlformats.org/officeDocument/2006/relationships/oleObject" Target="../embeddings/oleObject23.bin"/><Relationship Id="rId7" Type="http://schemas.openxmlformats.org/officeDocument/2006/relationships/image" Target="../media/image36.emf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1.bin"/><Relationship Id="rId30" Type="http://schemas.openxmlformats.org/officeDocument/2006/relationships/vmlDrawing" Target="../drawings/vmlDrawing4.vml"/><Relationship Id="rId3" Type="http://schemas.openxmlformats.org/officeDocument/2006/relationships/image" Target="../media/image34.emf"/><Relationship Id="rId29" Type="http://schemas.openxmlformats.org/officeDocument/2006/relationships/slideLayout" Target="../slideLayouts/slideLayout5.xml"/><Relationship Id="rId28" Type="http://schemas.openxmlformats.org/officeDocument/2006/relationships/image" Target="../media/image47.emf"/><Relationship Id="rId27" Type="http://schemas.openxmlformats.org/officeDocument/2006/relationships/oleObject" Target="../embeddings/oleObject32.bin"/><Relationship Id="rId26" Type="http://schemas.openxmlformats.org/officeDocument/2006/relationships/image" Target="../media/image46.emf"/><Relationship Id="rId25" Type="http://schemas.openxmlformats.org/officeDocument/2006/relationships/oleObject" Target="../embeddings/oleObject31.bin"/><Relationship Id="rId24" Type="http://schemas.openxmlformats.org/officeDocument/2006/relationships/image" Target="../media/image45.emf"/><Relationship Id="rId23" Type="http://schemas.openxmlformats.org/officeDocument/2006/relationships/oleObject" Target="../embeddings/oleObject30.bin"/><Relationship Id="rId22" Type="http://schemas.openxmlformats.org/officeDocument/2006/relationships/image" Target="../media/image44.emf"/><Relationship Id="rId21" Type="http://schemas.openxmlformats.org/officeDocument/2006/relationships/oleObject" Target="../embeddings/oleObject29.bin"/><Relationship Id="rId20" Type="http://schemas.openxmlformats.org/officeDocument/2006/relationships/image" Target="../media/image43.emf"/><Relationship Id="rId2" Type="http://schemas.openxmlformats.org/officeDocument/2006/relationships/oleObject" Target="../embeddings/oleObject20.bin"/><Relationship Id="rId19" Type="http://schemas.openxmlformats.org/officeDocument/2006/relationships/oleObject" Target="../embeddings/oleObject28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27.bin"/><Relationship Id="rId16" Type="http://schemas.openxmlformats.org/officeDocument/2006/relationships/image" Target="../media/image41.e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40.png"/><Relationship Id="rId13" Type="http://schemas.openxmlformats.org/officeDocument/2006/relationships/image" Target="../media/image39.emf"/><Relationship Id="rId12" Type="http://schemas.openxmlformats.org/officeDocument/2006/relationships/oleObject" Target="../embeddings/oleObject25.bin"/><Relationship Id="rId11" Type="http://schemas.openxmlformats.org/officeDocument/2006/relationships/image" Target="../media/image38.emf"/><Relationship Id="rId10" Type="http://schemas.openxmlformats.org/officeDocument/2006/relationships/oleObject" Target="../embeddings/oleObject24.bin"/><Relationship Id="rId1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5" Type="http://schemas.microsoft.com/office/2007/relationships/media" Target="../media/media2.mp4"/><Relationship Id="rId4" Type="http://schemas.openxmlformats.org/officeDocument/2006/relationships/video" Target="../media/media2.mp4"/><Relationship Id="rId3" Type="http://schemas.openxmlformats.org/officeDocument/2006/relationships/image" Target="../media/image50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2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67.emf"/><Relationship Id="rId7" Type="http://schemas.openxmlformats.org/officeDocument/2006/relationships/oleObject" Target="../embeddings/oleObject36.bin"/><Relationship Id="rId6" Type="http://schemas.openxmlformats.org/officeDocument/2006/relationships/image" Target="../media/image66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65.e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64.e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33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emf"/><Relationship Id="rId8" Type="http://schemas.openxmlformats.org/officeDocument/2006/relationships/oleObject" Target="../embeddings/oleObject40.bin"/><Relationship Id="rId7" Type="http://schemas.openxmlformats.org/officeDocument/2006/relationships/image" Target="../media/image72.emf"/><Relationship Id="rId6" Type="http://schemas.openxmlformats.org/officeDocument/2006/relationships/oleObject" Target="../embeddings/oleObject39.bin"/><Relationship Id="rId5" Type="http://schemas.openxmlformats.org/officeDocument/2006/relationships/image" Target="../media/image71.png"/><Relationship Id="rId4" Type="http://schemas.openxmlformats.org/officeDocument/2006/relationships/image" Target="../media/image70.e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69.emf"/><Relationship Id="rId11" Type="http://schemas.openxmlformats.org/officeDocument/2006/relationships/vmlDrawing" Target="../drawings/vmlDrawing6.vml"/><Relationship Id="rId10" Type="http://schemas.openxmlformats.org/officeDocument/2006/relationships/slideLayout" Target="../slideLayouts/slideLayout5.xml"/><Relationship Id="rId1" Type="http://schemas.openxmlformats.org/officeDocument/2006/relationships/oleObject" Target="../embeddings/oleObject3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7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emf"/><Relationship Id="rId8" Type="http://schemas.openxmlformats.org/officeDocument/2006/relationships/oleObject" Target="../embeddings/oleObject44.bin"/><Relationship Id="rId7" Type="http://schemas.openxmlformats.org/officeDocument/2006/relationships/image" Target="../media/image80.emf"/><Relationship Id="rId6" Type="http://schemas.openxmlformats.org/officeDocument/2006/relationships/oleObject" Target="../embeddings/oleObject43.bin"/><Relationship Id="rId5" Type="http://schemas.openxmlformats.org/officeDocument/2006/relationships/image" Target="../media/image79.emf"/><Relationship Id="rId4" Type="http://schemas.openxmlformats.org/officeDocument/2006/relationships/oleObject" Target="../embeddings/oleObject42.bin"/><Relationship Id="rId3" Type="http://schemas.openxmlformats.org/officeDocument/2006/relationships/image" Target="../media/image78.emf"/><Relationship Id="rId2" Type="http://schemas.openxmlformats.org/officeDocument/2006/relationships/oleObject" Target="../embeddings/oleObject41.bin"/><Relationship Id="rId19" Type="http://schemas.openxmlformats.org/officeDocument/2006/relationships/vmlDrawing" Target="../drawings/vmlDrawing7.vml"/><Relationship Id="rId18" Type="http://schemas.openxmlformats.org/officeDocument/2006/relationships/slideLayout" Target="../slideLayouts/slideLayout5.xml"/><Relationship Id="rId17" Type="http://schemas.openxmlformats.org/officeDocument/2006/relationships/image" Target="../media/image85.emf"/><Relationship Id="rId16" Type="http://schemas.openxmlformats.org/officeDocument/2006/relationships/oleObject" Target="../embeddings/oleObject48.bin"/><Relationship Id="rId15" Type="http://schemas.openxmlformats.org/officeDocument/2006/relationships/image" Target="../media/image84.emf"/><Relationship Id="rId14" Type="http://schemas.openxmlformats.org/officeDocument/2006/relationships/oleObject" Target="../embeddings/oleObject47.bin"/><Relationship Id="rId13" Type="http://schemas.openxmlformats.org/officeDocument/2006/relationships/image" Target="../media/image83.emf"/><Relationship Id="rId12" Type="http://schemas.openxmlformats.org/officeDocument/2006/relationships/oleObject" Target="../embeddings/oleObject46.bin"/><Relationship Id="rId11" Type="http://schemas.openxmlformats.org/officeDocument/2006/relationships/image" Target="../media/image82.emf"/><Relationship Id="rId10" Type="http://schemas.openxmlformats.org/officeDocument/2006/relationships/oleObject" Target="../embeddings/oleObject45.bin"/><Relationship Id="rId1" Type="http://schemas.openxmlformats.org/officeDocument/2006/relationships/tags" Target="../tags/tag59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89.e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88.e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87.emf"/><Relationship Id="rId31" Type="http://schemas.openxmlformats.org/officeDocument/2006/relationships/notesSlide" Target="../notesSlides/notesSlide4.xml"/><Relationship Id="rId30" Type="http://schemas.openxmlformats.org/officeDocument/2006/relationships/vmlDrawing" Target="../drawings/vmlDrawing8.vml"/><Relationship Id="rId3" Type="http://schemas.openxmlformats.org/officeDocument/2006/relationships/oleObject" Target="../embeddings/oleObject50.bin"/><Relationship Id="rId29" Type="http://schemas.openxmlformats.org/officeDocument/2006/relationships/slideLayout" Target="../slideLayouts/slideLayout5.xml"/><Relationship Id="rId28" Type="http://schemas.openxmlformats.org/officeDocument/2006/relationships/image" Target="../media/image99.emf"/><Relationship Id="rId27" Type="http://schemas.openxmlformats.org/officeDocument/2006/relationships/oleObject" Target="../embeddings/oleObject62.bin"/><Relationship Id="rId26" Type="http://schemas.openxmlformats.org/officeDocument/2006/relationships/image" Target="../media/image98.emf"/><Relationship Id="rId25" Type="http://schemas.openxmlformats.org/officeDocument/2006/relationships/oleObject" Target="../embeddings/oleObject61.bin"/><Relationship Id="rId24" Type="http://schemas.openxmlformats.org/officeDocument/2006/relationships/image" Target="../media/image97.emf"/><Relationship Id="rId23" Type="http://schemas.openxmlformats.org/officeDocument/2006/relationships/oleObject" Target="../embeddings/oleObject60.bin"/><Relationship Id="rId22" Type="http://schemas.openxmlformats.org/officeDocument/2006/relationships/image" Target="../media/image96.emf"/><Relationship Id="rId21" Type="http://schemas.openxmlformats.org/officeDocument/2006/relationships/oleObject" Target="../embeddings/oleObject59.bin"/><Relationship Id="rId20" Type="http://schemas.openxmlformats.org/officeDocument/2006/relationships/image" Target="../media/image95.emf"/><Relationship Id="rId2" Type="http://schemas.openxmlformats.org/officeDocument/2006/relationships/image" Target="../media/image86.emf"/><Relationship Id="rId19" Type="http://schemas.openxmlformats.org/officeDocument/2006/relationships/oleObject" Target="../embeddings/oleObject58.bin"/><Relationship Id="rId18" Type="http://schemas.openxmlformats.org/officeDocument/2006/relationships/image" Target="../media/image94.emf"/><Relationship Id="rId17" Type="http://schemas.openxmlformats.org/officeDocument/2006/relationships/oleObject" Target="../embeddings/oleObject57.bin"/><Relationship Id="rId16" Type="http://schemas.openxmlformats.org/officeDocument/2006/relationships/image" Target="../media/image93.e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92.e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91.e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90.emf"/><Relationship Id="rId1" Type="http://schemas.openxmlformats.org/officeDocument/2006/relationships/oleObject" Target="../embeddings/oleObject49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60.xml"/><Relationship Id="rId1" Type="http://schemas.openxmlformats.org/officeDocument/2006/relationships/image" Target="../media/image10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4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81.emf"/><Relationship Id="rId2" Type="http://schemas.openxmlformats.org/officeDocument/2006/relationships/oleObject" Target="../embeddings/oleObject63.bin"/><Relationship Id="rId1" Type="http://schemas.openxmlformats.org/officeDocument/2006/relationships/image" Target="../media/image104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04.png"/><Relationship Id="rId2" Type="http://schemas.openxmlformats.org/officeDocument/2006/relationships/image" Target="../media/image105.emf"/><Relationship Id="rId1" Type="http://schemas.openxmlformats.org/officeDocument/2006/relationships/oleObject" Target="../embeddings/oleObject64.bin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06.emf"/><Relationship Id="rId2" Type="http://schemas.openxmlformats.org/officeDocument/2006/relationships/oleObject" Target="../embeddings/oleObject65.bin"/><Relationship Id="rId1" Type="http://schemas.openxmlformats.org/officeDocument/2006/relationships/image" Target="../media/image10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4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image" Target="../media/image10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9.png"/><Relationship Id="rId1" Type="http://schemas.openxmlformats.org/officeDocument/2006/relationships/image" Target="../media/image10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4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13.png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17.png"/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image" Target="../media/image11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6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62.xml"/><Relationship Id="rId1" Type="http://schemas.openxmlformats.org/officeDocument/2006/relationships/image" Target="../media/image11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文本框 3"/>
          <p:cNvSpPr txBox="1"/>
          <p:nvPr/>
        </p:nvSpPr>
        <p:spPr>
          <a:xfrm>
            <a:off x="735905" y="1551107"/>
            <a:ext cx="11052176" cy="317009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sz="36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3600" dirty="0"/>
              <a:t>Introduction to Computer Vision Basics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altLang="zh-CN" sz="32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altLang="zh-CN" sz="32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Presenter: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陈一鸣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200" dirty="0"/>
              <a:t>Date: 2026/8/20</a:t>
            </a:r>
            <a:r>
              <a:rPr 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2" name="灯片编号占位符 2"/>
          <p:cNvSpPr txBox="1">
            <a:spLocks noGrp="1"/>
          </p:cNvSpPr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/>
        </p:nvPicPr>
        <p:blipFill>
          <a:blip r:embed="rId1"/>
          <a:srcRect l="1146" b="9039"/>
          <a:stretch>
            <a:fillRect/>
          </a:stretch>
        </p:blipFill>
        <p:spPr>
          <a:xfrm>
            <a:off x="-8255" y="3858216"/>
            <a:ext cx="12200255" cy="3006090"/>
          </a:xfrm>
          <a:prstGeom prst="rect">
            <a:avLst/>
          </a:prstGeom>
        </p:spPr>
      </p:pic>
      <p:pic>
        <p:nvPicPr>
          <p:cNvPr id="3" name="图片 2" descr="吉大logo-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971" y="224424"/>
            <a:ext cx="4049022" cy="119509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82" y="-1"/>
            <a:ext cx="2117444" cy="141951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非线性模型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ü"/>
            </a:pPr>
            <a:r>
              <a:rPr lang="zh-CN" altLang="en-US"/>
              <a:t>现实中的数据高度复杂、非结构化</a:t>
            </a:r>
            <a:endParaRPr lang="zh-CN" altLang="en-US"/>
          </a:p>
          <a:p>
            <a:pPr>
              <a:buFont typeface="Wingdings" panose="05000000000000000000" charset="0"/>
              <a:buChar char="ü"/>
            </a:pPr>
            <a:r>
              <a:rPr lang="zh-CN" altLang="en-US"/>
              <a:t>不仅需要线性网络，同时也需要非线性网络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>
          <a:xfrm>
            <a:off x="11183621" y="6401118"/>
            <a:ext cx="170180" cy="275590"/>
          </a:xfr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485" y="165735"/>
            <a:ext cx="1938020" cy="1927860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5792470" y="2784475"/>
            <a:ext cx="1447800" cy="1257300"/>
            <a:chOff x="9122" y="4385"/>
            <a:chExt cx="2280" cy="1980"/>
          </a:xfrm>
        </p:grpSpPr>
        <p:cxnSp>
          <p:nvCxnSpPr>
            <p:cNvPr id="7" name="直接箭头连接符 6"/>
            <p:cNvCxnSpPr/>
            <p:nvPr/>
          </p:nvCxnSpPr>
          <p:spPr>
            <a:xfrm flipH="1">
              <a:off x="10052" y="4385"/>
              <a:ext cx="12" cy="1292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8" name="文本框 7"/>
            <p:cNvSpPr txBox="1"/>
            <p:nvPr/>
          </p:nvSpPr>
          <p:spPr>
            <a:xfrm>
              <a:off x="9122" y="5833"/>
              <a:ext cx="2281" cy="533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神经网络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505" y="165735"/>
            <a:ext cx="1936750" cy="192722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240905" y="2378710"/>
            <a:ext cx="4800600" cy="3348355"/>
            <a:chOff x="11403" y="3746"/>
            <a:chExt cx="7560" cy="5273"/>
          </a:xfrm>
        </p:grpSpPr>
        <p:sp>
          <p:nvSpPr>
            <p:cNvPr id="9" name="左大括号 8"/>
            <p:cNvSpPr/>
            <p:nvPr/>
          </p:nvSpPr>
          <p:spPr>
            <a:xfrm>
              <a:off x="11403" y="3842"/>
              <a:ext cx="724" cy="4886"/>
            </a:xfrm>
            <a:prstGeom prst="leftBrac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91439" tIns="45719" rIns="91439" bIns="45719" numCol="1" spcCol="38100" rtlCol="0" anchor="t" forceAA="0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187" y="3746"/>
              <a:ext cx="5188" cy="95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前向传播——做出预测</a:t>
              </a:r>
              <a:endPara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187" y="5784"/>
              <a:ext cx="5188" cy="95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损失计算——衡量误差</a:t>
              </a:r>
              <a:endPara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2127" y="8065"/>
              <a:ext cx="6837" cy="95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反向传播与优化</a:t>
              </a:r>
              <a:r>
                <a:rPr kumimoji="0" lang="en-US" altLang="zh-CN" sz="2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——</a:t>
              </a:r>
              <a:r>
                <a:rPr kumimoji="0" lang="zh-CN" altLang="en-US" sz="2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纠正错误</a:t>
              </a:r>
              <a:endPara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神经网络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3755" y="1868170"/>
            <a:ext cx="11140440" cy="4879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/>
              <a:t>最基础的计算单元是神经元（节点）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权重 (</a:t>
            </a:r>
            <a:r>
              <a:rPr lang="en-US" altLang="zh-CN"/>
              <a:t>w)： </a:t>
            </a:r>
            <a:r>
              <a:rPr lang="zh-CN" altLang="en-US"/>
              <a:t>决定了来自上一层某个输入信号对当前神经元的影响力大小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偏置 (</a:t>
            </a:r>
            <a:r>
              <a:rPr lang="en-US" altLang="zh-CN"/>
              <a:t>b)： </a:t>
            </a:r>
            <a:r>
              <a:rPr lang="zh-CN" altLang="en-US"/>
              <a:t>用于平移激活函数的触发阈值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908" t="459"/>
          <a:stretch>
            <a:fillRect/>
          </a:stretch>
        </p:blipFill>
        <p:spPr>
          <a:xfrm>
            <a:off x="1013460" y="2368550"/>
            <a:ext cx="3951605" cy="2338705"/>
          </a:xfrm>
          <a:prstGeom prst="rect">
            <a:avLst/>
          </a:prstGeom>
        </p:spPr>
      </p:pic>
      <p:graphicFrame>
        <p:nvGraphicFramePr>
          <p:cNvPr id="7" name="对象 6"/>
          <p:cNvGraphicFramePr/>
          <p:nvPr/>
        </p:nvGraphicFramePr>
        <p:xfrm>
          <a:off x="5742940" y="2643505"/>
          <a:ext cx="1911985" cy="785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" r:id="rId2" imgW="2066290" imgH="827405" progId="Equation.DSMT4">
                  <p:embed/>
                </p:oleObj>
              </mc:Choice>
              <mc:Fallback>
                <p:oleObj name="" r:id="rId2" imgW="2066290" imgH="827405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42940" y="2643505"/>
                        <a:ext cx="1911985" cy="785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/>
          <p:cNvCxnSpPr>
            <a:endCxn id="7" idx="1"/>
          </p:cNvCxnSpPr>
          <p:nvPr/>
        </p:nvCxnSpPr>
        <p:spPr>
          <a:xfrm flipV="1">
            <a:off x="4965065" y="3036570"/>
            <a:ext cx="777875" cy="58102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7" name="对象 16"/>
          <p:cNvGraphicFramePr/>
          <p:nvPr/>
        </p:nvGraphicFramePr>
        <p:xfrm>
          <a:off x="8442325" y="2692400"/>
          <a:ext cx="1397635" cy="537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" r:id="rId4" imgW="1350645" imgH="507365" progId="Equation.DSMT4">
                  <p:embed/>
                </p:oleObj>
              </mc:Choice>
              <mc:Fallback>
                <p:oleObj name="" r:id="rId4" imgW="1350645" imgH="507365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42325" y="2692400"/>
                        <a:ext cx="1397635" cy="537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6497955" y="3429000"/>
            <a:ext cx="711835" cy="3841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线性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640445" y="3429000"/>
            <a:ext cx="1064260" cy="3841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非线性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cxnSp>
        <p:nvCxnSpPr>
          <p:cNvPr id="21" name="曲线连接符 20"/>
          <p:cNvCxnSpPr>
            <a:stCxn id="19" idx="2"/>
            <a:endCxn id="20" idx="2"/>
          </p:cNvCxnSpPr>
          <p:nvPr/>
        </p:nvCxnSpPr>
        <p:spPr>
          <a:xfrm rot="5400000" flipV="1">
            <a:off x="8013065" y="2653665"/>
            <a:ext cx="3175" cy="2318385"/>
          </a:xfrm>
          <a:prstGeom prst="curvedConnector3">
            <a:avLst>
              <a:gd name="adj1" fmla="val 7540000"/>
            </a:avLst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文本框 21"/>
          <p:cNvSpPr txBox="1"/>
          <p:nvPr/>
        </p:nvSpPr>
        <p:spPr>
          <a:xfrm>
            <a:off x="7325360" y="4116070"/>
            <a:ext cx="1261110" cy="3841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激活函数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9531985" y="2413000"/>
            <a:ext cx="620395" cy="25273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文本框 24"/>
          <p:cNvSpPr txBox="1"/>
          <p:nvPr/>
        </p:nvSpPr>
        <p:spPr>
          <a:xfrm>
            <a:off x="7393940" y="1867853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作为输出，传递给下一层的神经元</a:t>
            </a:r>
            <a:endParaRPr lang="zh-CN" altLang="en-US" sz="24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激活函数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常用的激活函数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95" y="2434590"/>
            <a:ext cx="4059555" cy="27089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569845"/>
            <a:ext cx="3983355" cy="2619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790" y="4184015"/>
            <a:ext cx="2484120" cy="16427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r="-720" b="4414"/>
          <a:stretch>
            <a:fillRect/>
          </a:stretch>
        </p:blipFill>
        <p:spPr>
          <a:xfrm>
            <a:off x="5253990" y="205740"/>
            <a:ext cx="2576195" cy="15538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b="6154"/>
          <a:stretch>
            <a:fillRect/>
          </a:stretch>
        </p:blipFill>
        <p:spPr>
          <a:xfrm>
            <a:off x="2959735" y="280035"/>
            <a:ext cx="2294255" cy="14039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1770" y="172085"/>
            <a:ext cx="2303780" cy="15875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8625" y="2137410"/>
            <a:ext cx="2476500" cy="16002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 113"/>
          <p:cNvSpPr/>
          <p:nvPr/>
        </p:nvSpPr>
        <p:spPr>
          <a:xfrm>
            <a:off x="8172450" y="107315"/>
            <a:ext cx="2057400" cy="1320800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grpSp>
        <p:nvGrpSpPr>
          <p:cNvPr id="14" name="组合 13"/>
          <p:cNvGrpSpPr/>
          <p:nvPr/>
        </p:nvGrpSpPr>
        <p:grpSpPr>
          <a:xfrm>
            <a:off x="6970395" y="2103120"/>
            <a:ext cx="6624320" cy="2054860"/>
            <a:chOff x="11403" y="5784"/>
            <a:chExt cx="10432" cy="3236"/>
          </a:xfrm>
        </p:grpSpPr>
        <p:sp>
          <p:nvSpPr>
            <p:cNvPr id="9" name="左大括号 8"/>
            <p:cNvSpPr/>
            <p:nvPr/>
          </p:nvSpPr>
          <p:spPr>
            <a:xfrm>
              <a:off x="11403" y="5784"/>
              <a:ext cx="724" cy="2944"/>
            </a:xfrm>
            <a:prstGeom prst="leftBrac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91439" tIns="45719" rIns="91439" bIns="45719" numCol="1" spcCol="38100" rtlCol="0" anchor="t" forceAA="0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127" y="5784"/>
              <a:ext cx="9282" cy="95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cap="none" spc="0" normalizeH="0" baseline="0">
                  <a:solidFill>
                    <a:srgbClr val="C00000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input layer</a:t>
              </a:r>
              <a:r>
                <a:rPr kumimoji="0" lang="zh-CN" altLang="en-US" sz="20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——接收外部的原始数据</a:t>
              </a:r>
              <a:endParaRPr kumimoji="0" lang="zh-CN" altLang="en-US" sz="20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167" y="6924"/>
              <a:ext cx="9643" cy="95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cap="none" spc="0" normalizeH="0" baseline="0">
                  <a:solidFill>
                    <a:srgbClr val="00B0F0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Hidden Layers</a:t>
              </a:r>
              <a:r>
                <a:rPr kumimoji="0" lang="zh-CN" altLang="en-US" sz="20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——特征提取与模式识别</a:t>
              </a:r>
              <a:endParaRPr kumimoji="0" lang="zh-CN" altLang="en-US" sz="20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2127" y="8065"/>
              <a:ext cx="9708" cy="95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cap="none" spc="0" normalizeH="0" baseline="0">
                  <a:solidFill>
                    <a:srgbClr val="92D050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Output Layer</a:t>
              </a:r>
              <a:r>
                <a:rPr kumimoji="0" lang="en-US" altLang="zh-CN" sz="20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——</a:t>
              </a:r>
              <a:r>
                <a:rPr kumimoji="0" lang="zh-CN" altLang="en-US" sz="20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输出模型最终预测结果</a:t>
              </a:r>
              <a:endParaRPr kumimoji="0" lang="zh-CN" altLang="en-US" sz="20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</p:grpSp>
      <p:graphicFrame>
        <p:nvGraphicFramePr>
          <p:cNvPr id="7" name="对象 6"/>
          <p:cNvGraphicFramePr/>
          <p:nvPr/>
        </p:nvGraphicFramePr>
        <p:xfrm>
          <a:off x="8234045" y="107315"/>
          <a:ext cx="1934210" cy="840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9" name="" r:id="rId1" imgW="2066290" imgH="827405" progId="Equation.DSMT4">
                  <p:embed/>
                </p:oleObj>
              </mc:Choice>
              <mc:Fallback>
                <p:oleObj name="" r:id="rId1" imgW="2066290" imgH="827405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34045" y="107315"/>
                        <a:ext cx="1934210" cy="840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/>
          <p:nvPr/>
        </p:nvGraphicFramePr>
        <p:xfrm>
          <a:off x="8670290" y="948055"/>
          <a:ext cx="1061085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0" name="" r:id="rId3" imgW="1350645" imgH="507365" progId="Equation.DSMT4">
                  <p:embed/>
                </p:oleObj>
              </mc:Choice>
              <mc:Fallback>
                <p:oleObj name="" r:id="rId3" imgW="1350645" imgH="507365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70290" y="948055"/>
                        <a:ext cx="1061085" cy="445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" name="组合 84"/>
          <p:cNvGrpSpPr/>
          <p:nvPr>
            <p:custDataLst>
              <p:tags r:id="rId5"/>
            </p:custDataLst>
          </p:nvPr>
        </p:nvGrpSpPr>
        <p:grpSpPr>
          <a:xfrm>
            <a:off x="758190" y="1551305"/>
            <a:ext cx="722630" cy="3712210"/>
            <a:chOff x="1904" y="3437"/>
            <a:chExt cx="1138" cy="5846"/>
          </a:xfrm>
        </p:grpSpPr>
        <p:sp>
          <p:nvSpPr>
            <p:cNvPr id="19" name="椭圆 18"/>
            <p:cNvSpPr/>
            <p:nvPr>
              <p:custDataLst>
                <p:tags r:id="rId6"/>
              </p:custDataLst>
            </p:nvPr>
          </p:nvSpPr>
          <p:spPr>
            <a:xfrm>
              <a:off x="1904" y="3437"/>
              <a:ext cx="1054" cy="993"/>
            </a:xfrm>
            <a:prstGeom prst="ellipse">
              <a:avLst/>
            </a:prstGeom>
            <a:solidFill>
              <a:srgbClr val="C0000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7"/>
              </p:custDataLst>
            </p:nvPr>
          </p:nvSpPr>
          <p:spPr>
            <a:xfrm>
              <a:off x="1904" y="5701"/>
              <a:ext cx="1054" cy="993"/>
            </a:xfrm>
            <a:prstGeom prst="ellipse">
              <a:avLst/>
            </a:prstGeom>
            <a:solidFill>
              <a:srgbClr val="C0000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8"/>
              </p:custDataLst>
            </p:nvPr>
          </p:nvSpPr>
          <p:spPr>
            <a:xfrm>
              <a:off x="1988" y="8291"/>
              <a:ext cx="1054" cy="993"/>
            </a:xfrm>
            <a:prstGeom prst="ellipse">
              <a:avLst/>
            </a:prstGeom>
            <a:solidFill>
              <a:srgbClr val="C0000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  <p:grpSp>
        <p:nvGrpSpPr>
          <p:cNvPr id="56" name="组合 55"/>
          <p:cNvGrpSpPr/>
          <p:nvPr>
            <p:custDataLst>
              <p:tags r:id="rId9"/>
            </p:custDataLst>
          </p:nvPr>
        </p:nvGrpSpPr>
        <p:grpSpPr>
          <a:xfrm>
            <a:off x="1427480" y="1882140"/>
            <a:ext cx="1552575" cy="3067050"/>
            <a:chOff x="2958" y="3958"/>
            <a:chExt cx="2445" cy="4830"/>
          </a:xfrm>
        </p:grpSpPr>
        <p:cxnSp>
          <p:nvCxnSpPr>
            <p:cNvPr id="35" name="直接箭头连接符 34"/>
            <p:cNvCxnSpPr>
              <a:endCxn id="25" idx="2"/>
            </p:cNvCxnSpPr>
            <p:nvPr>
              <p:custDataLst>
                <p:tags r:id="rId10"/>
              </p:custDataLst>
            </p:nvPr>
          </p:nvCxnSpPr>
          <p:spPr>
            <a:xfrm>
              <a:off x="2966" y="3958"/>
              <a:ext cx="2283" cy="3233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直接箭头连接符 38"/>
            <p:cNvCxnSpPr>
              <a:stCxn id="20" idx="6"/>
              <a:endCxn id="25" idx="2"/>
            </p:cNvCxnSpPr>
            <p:nvPr>
              <p:custDataLst>
                <p:tags r:id="rId11"/>
              </p:custDataLst>
            </p:nvPr>
          </p:nvCxnSpPr>
          <p:spPr>
            <a:xfrm>
              <a:off x="2958" y="6198"/>
              <a:ext cx="2291" cy="993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3" name="直接箭头连接符 42"/>
            <p:cNvCxnSpPr>
              <a:stCxn id="21" idx="6"/>
              <a:endCxn id="25" idx="3"/>
            </p:cNvCxnSpPr>
            <p:nvPr>
              <p:custDataLst>
                <p:tags r:id="rId12"/>
              </p:custDataLst>
            </p:nvPr>
          </p:nvCxnSpPr>
          <p:spPr>
            <a:xfrm flipV="1">
              <a:off x="3042" y="7542"/>
              <a:ext cx="2361" cy="1246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1427480" y="1866900"/>
            <a:ext cx="1454785" cy="3877945"/>
            <a:chOff x="2958" y="3934"/>
            <a:chExt cx="2291" cy="6107"/>
          </a:xfrm>
        </p:grpSpPr>
        <p:cxnSp>
          <p:nvCxnSpPr>
            <p:cNvPr id="36" name="直接箭头连接符 35"/>
            <p:cNvCxnSpPr>
              <a:stCxn id="19" idx="6"/>
              <a:endCxn id="24" idx="2"/>
            </p:cNvCxnSpPr>
            <p:nvPr>
              <p:custDataLst>
                <p:tags r:id="rId14"/>
              </p:custDataLst>
            </p:nvPr>
          </p:nvCxnSpPr>
          <p:spPr>
            <a:xfrm>
              <a:off x="2958" y="3934"/>
              <a:ext cx="2291" cy="6107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0" name="直接箭头连接符 39"/>
            <p:cNvCxnSpPr>
              <a:stCxn id="20" idx="6"/>
              <a:endCxn id="24" idx="2"/>
            </p:cNvCxnSpPr>
            <p:nvPr>
              <p:custDataLst>
                <p:tags r:id="rId15"/>
              </p:custDataLst>
            </p:nvPr>
          </p:nvCxnSpPr>
          <p:spPr>
            <a:xfrm>
              <a:off x="2958" y="6198"/>
              <a:ext cx="2291" cy="3843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4" name="直接箭头连接符 43"/>
            <p:cNvCxnSpPr>
              <a:stCxn id="21" idx="6"/>
              <a:endCxn id="24" idx="2"/>
            </p:cNvCxnSpPr>
            <p:nvPr>
              <p:custDataLst>
                <p:tags r:id="rId16"/>
              </p:custDataLst>
            </p:nvPr>
          </p:nvCxnSpPr>
          <p:spPr>
            <a:xfrm>
              <a:off x="3042" y="8788"/>
              <a:ext cx="2207" cy="1253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91" name="组合 90"/>
          <p:cNvGrpSpPr/>
          <p:nvPr/>
        </p:nvGrpSpPr>
        <p:grpSpPr>
          <a:xfrm>
            <a:off x="6668770" y="1318895"/>
            <a:ext cx="669290" cy="3759200"/>
            <a:chOff x="11212" y="3071"/>
            <a:chExt cx="1054" cy="5920"/>
          </a:xfrm>
        </p:grpSpPr>
        <p:sp>
          <p:nvSpPr>
            <p:cNvPr id="32" name="椭圆 31"/>
            <p:cNvSpPr/>
            <p:nvPr/>
          </p:nvSpPr>
          <p:spPr>
            <a:xfrm>
              <a:off x="11212" y="3071"/>
              <a:ext cx="1054" cy="993"/>
            </a:xfrm>
            <a:prstGeom prst="ellipse">
              <a:avLst/>
            </a:prstGeom>
            <a:solidFill>
              <a:schemeClr val="accent6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11212" y="7999"/>
              <a:ext cx="1054" cy="993"/>
            </a:xfrm>
            <a:prstGeom prst="ellipse">
              <a:avLst/>
            </a:prstGeom>
            <a:solidFill>
              <a:schemeClr val="accent6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  <p:grpSp>
        <p:nvGrpSpPr>
          <p:cNvPr id="52" name="组合 51"/>
          <p:cNvGrpSpPr/>
          <p:nvPr>
            <p:custDataLst>
              <p:tags r:id="rId17"/>
            </p:custDataLst>
          </p:nvPr>
        </p:nvGrpSpPr>
        <p:grpSpPr>
          <a:xfrm>
            <a:off x="1427480" y="852805"/>
            <a:ext cx="1718945" cy="4096385"/>
            <a:chOff x="2958" y="2337"/>
            <a:chExt cx="2707" cy="6451"/>
          </a:xfrm>
        </p:grpSpPr>
        <p:cxnSp>
          <p:nvCxnSpPr>
            <p:cNvPr id="33" name="直接箭头连接符 32"/>
            <p:cNvCxnSpPr>
              <a:stCxn id="19" idx="6"/>
              <a:endCxn id="22" idx="2"/>
            </p:cNvCxnSpPr>
            <p:nvPr>
              <p:custDataLst>
                <p:tags r:id="rId18"/>
              </p:custDataLst>
            </p:nvPr>
          </p:nvCxnSpPr>
          <p:spPr>
            <a:xfrm flipV="1">
              <a:off x="2958" y="2337"/>
              <a:ext cx="2291" cy="1597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7" name="直接箭头连接符 36"/>
            <p:cNvCxnSpPr>
              <a:stCxn id="20" idx="6"/>
              <a:endCxn id="22" idx="2"/>
            </p:cNvCxnSpPr>
            <p:nvPr>
              <p:custDataLst>
                <p:tags r:id="rId19"/>
              </p:custDataLst>
            </p:nvPr>
          </p:nvCxnSpPr>
          <p:spPr>
            <a:xfrm flipV="1">
              <a:off x="2958" y="2337"/>
              <a:ext cx="2291" cy="3861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1" name="直接箭头连接符 40"/>
            <p:cNvCxnSpPr>
              <a:stCxn id="21" idx="6"/>
              <a:endCxn id="22" idx="3"/>
            </p:cNvCxnSpPr>
            <p:nvPr>
              <p:custDataLst>
                <p:tags r:id="rId20"/>
              </p:custDataLst>
            </p:nvPr>
          </p:nvCxnSpPr>
          <p:spPr>
            <a:xfrm flipV="1">
              <a:off x="3042" y="2688"/>
              <a:ext cx="2361" cy="610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6" name="文本框 45"/>
            <p:cNvSpPr txBox="1"/>
            <p:nvPr>
              <p:custDataLst>
                <p:tags r:id="rId21"/>
              </p:custDataLst>
            </p:nvPr>
          </p:nvSpPr>
          <p:spPr>
            <a:xfrm>
              <a:off x="3359" y="2848"/>
              <a:ext cx="595" cy="39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w11</a:t>
              </a:r>
              <a:endParaRPr kumimoji="0" lang="zh-CN" altLang="en-US" sz="1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22"/>
              </p:custDataLst>
            </p:nvPr>
          </p:nvSpPr>
          <p:spPr>
            <a:xfrm>
              <a:off x="3954" y="3450"/>
              <a:ext cx="595" cy="39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w1</a:t>
              </a:r>
              <a:r>
                <a:rPr kumimoji="0" lang="en-US" altLang="zh-CN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2</a:t>
              </a:r>
              <a:endParaRPr kumimoji="0" lang="en-US" altLang="zh-CN" sz="1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23"/>
              </p:custDataLst>
            </p:nvPr>
          </p:nvSpPr>
          <p:spPr>
            <a:xfrm>
              <a:off x="5070" y="3198"/>
              <a:ext cx="595" cy="39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w1</a:t>
              </a:r>
              <a:r>
                <a:rPr kumimoji="0" lang="en-US" altLang="zh-CN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3</a:t>
              </a:r>
              <a:endParaRPr kumimoji="0" lang="en-US" altLang="zh-CN" sz="1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</p:grpSp>
      <p:grpSp>
        <p:nvGrpSpPr>
          <p:cNvPr id="53" name="组合 52"/>
          <p:cNvGrpSpPr/>
          <p:nvPr>
            <p:custDataLst>
              <p:tags r:id="rId24"/>
            </p:custDataLst>
          </p:nvPr>
        </p:nvGrpSpPr>
        <p:grpSpPr>
          <a:xfrm>
            <a:off x="1427480" y="1828165"/>
            <a:ext cx="1612900" cy="3121025"/>
            <a:chOff x="2958" y="3873"/>
            <a:chExt cx="2540" cy="4915"/>
          </a:xfrm>
        </p:grpSpPr>
        <p:cxnSp>
          <p:nvCxnSpPr>
            <p:cNvPr id="34" name="直接箭头连接符 33"/>
            <p:cNvCxnSpPr>
              <a:stCxn id="19" idx="6"/>
              <a:endCxn id="26" idx="2"/>
            </p:cNvCxnSpPr>
            <p:nvPr>
              <p:custDataLst>
                <p:tags r:id="rId25"/>
              </p:custDataLst>
            </p:nvPr>
          </p:nvCxnSpPr>
          <p:spPr>
            <a:xfrm>
              <a:off x="2958" y="3934"/>
              <a:ext cx="2291" cy="83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8" name="直接箭头连接符 37"/>
            <p:cNvCxnSpPr>
              <a:stCxn id="20" idx="6"/>
              <a:endCxn id="26" idx="2"/>
            </p:cNvCxnSpPr>
            <p:nvPr>
              <p:custDataLst>
                <p:tags r:id="rId26"/>
              </p:custDataLst>
            </p:nvPr>
          </p:nvCxnSpPr>
          <p:spPr>
            <a:xfrm flipV="1">
              <a:off x="2958" y="4764"/>
              <a:ext cx="2291" cy="1434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2" name="直接箭头连接符 41"/>
            <p:cNvCxnSpPr>
              <a:stCxn id="21" idx="6"/>
              <a:endCxn id="26" idx="3"/>
            </p:cNvCxnSpPr>
            <p:nvPr>
              <p:custDataLst>
                <p:tags r:id="rId27"/>
              </p:custDataLst>
            </p:nvPr>
          </p:nvCxnSpPr>
          <p:spPr>
            <a:xfrm flipV="1">
              <a:off x="3042" y="5115"/>
              <a:ext cx="2361" cy="3673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9" name="文本框 48"/>
            <p:cNvSpPr txBox="1"/>
            <p:nvPr>
              <p:custDataLst>
                <p:tags r:id="rId28"/>
              </p:custDataLst>
            </p:nvPr>
          </p:nvSpPr>
          <p:spPr>
            <a:xfrm>
              <a:off x="3203" y="3873"/>
              <a:ext cx="595" cy="39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w</a:t>
              </a:r>
              <a:r>
                <a:rPr kumimoji="0" lang="en-US" altLang="zh-CN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21</a:t>
              </a:r>
              <a:endParaRPr kumimoji="0" lang="en-US" altLang="zh-CN" sz="1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29"/>
              </p:custDataLst>
            </p:nvPr>
          </p:nvSpPr>
          <p:spPr>
            <a:xfrm>
              <a:off x="4549" y="5005"/>
              <a:ext cx="595" cy="39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w</a:t>
              </a:r>
              <a:r>
                <a:rPr kumimoji="0" lang="en-US" altLang="zh-CN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22</a:t>
              </a:r>
              <a:endParaRPr kumimoji="0" lang="en-US" altLang="zh-CN" sz="1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30"/>
              </p:custDataLst>
            </p:nvPr>
          </p:nvSpPr>
          <p:spPr>
            <a:xfrm>
              <a:off x="4903" y="5701"/>
              <a:ext cx="595" cy="39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w</a:t>
              </a:r>
              <a:r>
                <a:rPr kumimoji="0" lang="en-US" altLang="zh-CN" sz="1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23</a:t>
              </a:r>
              <a:endParaRPr kumimoji="0" lang="en-US" altLang="zh-CN" sz="1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31"/>
            </p:custDataLst>
          </p:nvPr>
        </p:nvGrpSpPr>
        <p:grpSpPr>
          <a:xfrm>
            <a:off x="3551555" y="852805"/>
            <a:ext cx="1247775" cy="4892040"/>
            <a:chOff x="6303" y="2337"/>
            <a:chExt cx="1965" cy="7704"/>
          </a:xfrm>
        </p:grpSpPr>
        <p:cxnSp>
          <p:nvCxnSpPr>
            <p:cNvPr id="57" name="直接箭头连接符 56"/>
            <p:cNvCxnSpPr>
              <a:stCxn id="22" idx="6"/>
              <a:endCxn id="23" idx="2"/>
            </p:cNvCxnSpPr>
            <p:nvPr>
              <p:custDataLst>
                <p:tags r:id="rId32"/>
              </p:custDataLst>
            </p:nvPr>
          </p:nvCxnSpPr>
          <p:spPr>
            <a:xfrm>
              <a:off x="6303" y="2337"/>
              <a:ext cx="1965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1" name="直接箭头连接符 60"/>
            <p:cNvCxnSpPr>
              <a:stCxn id="26" idx="6"/>
            </p:cNvCxnSpPr>
            <p:nvPr>
              <p:custDataLst>
                <p:tags r:id="rId33"/>
              </p:custDataLst>
            </p:nvPr>
          </p:nvCxnSpPr>
          <p:spPr>
            <a:xfrm flipV="1">
              <a:off x="6303" y="2370"/>
              <a:ext cx="1910" cy="2394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5" name="直接箭头连接符 64"/>
            <p:cNvCxnSpPr>
              <a:stCxn id="25" idx="6"/>
              <a:endCxn id="23" idx="2"/>
            </p:cNvCxnSpPr>
            <p:nvPr>
              <p:custDataLst>
                <p:tags r:id="rId34"/>
              </p:custDataLst>
            </p:nvPr>
          </p:nvCxnSpPr>
          <p:spPr>
            <a:xfrm flipV="1">
              <a:off x="6303" y="2337"/>
              <a:ext cx="1965" cy="4854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9" name="直接箭头连接符 68"/>
            <p:cNvCxnSpPr>
              <a:stCxn id="24" idx="6"/>
            </p:cNvCxnSpPr>
            <p:nvPr>
              <p:custDataLst>
                <p:tags r:id="rId35"/>
              </p:custDataLst>
            </p:nvPr>
          </p:nvCxnSpPr>
          <p:spPr>
            <a:xfrm flipV="1">
              <a:off x="6303" y="2382"/>
              <a:ext cx="1947" cy="7659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74" name="组合 73"/>
          <p:cNvGrpSpPr/>
          <p:nvPr>
            <p:custDataLst>
              <p:tags r:id="rId36"/>
            </p:custDataLst>
          </p:nvPr>
        </p:nvGrpSpPr>
        <p:grpSpPr>
          <a:xfrm>
            <a:off x="3551555" y="852805"/>
            <a:ext cx="1247775" cy="4894580"/>
            <a:chOff x="6303" y="2337"/>
            <a:chExt cx="1965" cy="7708"/>
          </a:xfrm>
        </p:grpSpPr>
        <p:cxnSp>
          <p:nvCxnSpPr>
            <p:cNvPr id="58" name="直接箭头连接符 57"/>
            <p:cNvCxnSpPr>
              <a:stCxn id="22" idx="6"/>
              <a:endCxn id="27" idx="2"/>
            </p:cNvCxnSpPr>
            <p:nvPr>
              <p:custDataLst>
                <p:tags r:id="rId37"/>
              </p:custDataLst>
            </p:nvPr>
          </p:nvCxnSpPr>
          <p:spPr>
            <a:xfrm>
              <a:off x="6303" y="2337"/>
              <a:ext cx="1965" cy="2427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直接箭头连接符 61"/>
            <p:cNvCxnSpPr>
              <a:endCxn id="27" idx="2"/>
            </p:cNvCxnSpPr>
            <p:nvPr>
              <p:custDataLst>
                <p:tags r:id="rId38"/>
              </p:custDataLst>
            </p:nvPr>
          </p:nvCxnSpPr>
          <p:spPr>
            <a:xfrm flipV="1">
              <a:off x="6386" y="4764"/>
              <a:ext cx="1882" cy="22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直接箭头连接符 65"/>
            <p:cNvCxnSpPr/>
            <p:nvPr>
              <p:custDataLst>
                <p:tags r:id="rId39"/>
              </p:custDataLst>
            </p:nvPr>
          </p:nvCxnSpPr>
          <p:spPr>
            <a:xfrm flipV="1">
              <a:off x="6337" y="4786"/>
              <a:ext cx="1889" cy="239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0" name="直接箭头连接符 69"/>
            <p:cNvCxnSpPr/>
            <p:nvPr>
              <p:custDataLst>
                <p:tags r:id="rId40"/>
              </p:custDataLst>
            </p:nvPr>
          </p:nvCxnSpPr>
          <p:spPr>
            <a:xfrm flipV="1">
              <a:off x="6399" y="4736"/>
              <a:ext cx="1851" cy="5309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75" name="组合 74"/>
          <p:cNvGrpSpPr/>
          <p:nvPr>
            <p:custDataLst>
              <p:tags r:id="rId41"/>
            </p:custDataLst>
          </p:nvPr>
        </p:nvGrpSpPr>
        <p:grpSpPr>
          <a:xfrm>
            <a:off x="3551555" y="852805"/>
            <a:ext cx="1247775" cy="4918075"/>
            <a:chOff x="6303" y="2337"/>
            <a:chExt cx="1965" cy="7745"/>
          </a:xfrm>
        </p:grpSpPr>
        <p:cxnSp>
          <p:nvCxnSpPr>
            <p:cNvPr id="59" name="直接箭头连接符 58"/>
            <p:cNvCxnSpPr>
              <a:stCxn id="22" idx="6"/>
              <a:endCxn id="28" idx="2"/>
            </p:cNvCxnSpPr>
            <p:nvPr>
              <p:custDataLst>
                <p:tags r:id="rId42"/>
              </p:custDataLst>
            </p:nvPr>
          </p:nvCxnSpPr>
          <p:spPr>
            <a:xfrm>
              <a:off x="6303" y="2337"/>
              <a:ext cx="1965" cy="4854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直接箭头连接符 62"/>
            <p:cNvCxnSpPr>
              <a:stCxn id="26" idx="6"/>
            </p:cNvCxnSpPr>
            <p:nvPr>
              <p:custDataLst>
                <p:tags r:id="rId43"/>
              </p:custDataLst>
            </p:nvPr>
          </p:nvCxnSpPr>
          <p:spPr>
            <a:xfrm>
              <a:off x="6303" y="4764"/>
              <a:ext cx="1959" cy="2388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7" name="直接箭头连接符 66"/>
            <p:cNvCxnSpPr/>
            <p:nvPr>
              <p:custDataLst>
                <p:tags r:id="rId44"/>
              </p:custDataLst>
            </p:nvPr>
          </p:nvCxnSpPr>
          <p:spPr>
            <a:xfrm flipV="1">
              <a:off x="6337" y="7164"/>
              <a:ext cx="1925" cy="12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1" name="直接箭头连接符 70"/>
            <p:cNvCxnSpPr/>
            <p:nvPr>
              <p:custDataLst>
                <p:tags r:id="rId45"/>
              </p:custDataLst>
            </p:nvPr>
          </p:nvCxnSpPr>
          <p:spPr>
            <a:xfrm flipV="1">
              <a:off x="6423" y="7152"/>
              <a:ext cx="1803" cy="293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76" name="组合 75"/>
          <p:cNvGrpSpPr/>
          <p:nvPr>
            <p:custDataLst>
              <p:tags r:id="rId46"/>
            </p:custDataLst>
          </p:nvPr>
        </p:nvGrpSpPr>
        <p:grpSpPr>
          <a:xfrm>
            <a:off x="3557905" y="866140"/>
            <a:ext cx="1166495" cy="4866005"/>
            <a:chOff x="6313" y="2358"/>
            <a:chExt cx="1837" cy="7663"/>
          </a:xfrm>
        </p:grpSpPr>
        <p:cxnSp>
          <p:nvCxnSpPr>
            <p:cNvPr id="60" name="直接箭头连接符 59"/>
            <p:cNvCxnSpPr>
              <a:endCxn id="29" idx="2"/>
            </p:cNvCxnSpPr>
            <p:nvPr>
              <p:custDataLst>
                <p:tags r:id="rId47"/>
              </p:custDataLst>
            </p:nvPr>
          </p:nvCxnSpPr>
          <p:spPr>
            <a:xfrm>
              <a:off x="6337" y="2358"/>
              <a:ext cx="1813" cy="7601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4" name="直接箭头连接符 63"/>
            <p:cNvCxnSpPr/>
            <p:nvPr>
              <p:custDataLst>
                <p:tags r:id="rId48"/>
              </p:custDataLst>
            </p:nvPr>
          </p:nvCxnSpPr>
          <p:spPr>
            <a:xfrm>
              <a:off x="6313" y="4786"/>
              <a:ext cx="1827" cy="5149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直接箭头连接符 67"/>
            <p:cNvCxnSpPr/>
            <p:nvPr>
              <p:custDataLst>
                <p:tags r:id="rId49"/>
              </p:custDataLst>
            </p:nvPr>
          </p:nvCxnSpPr>
          <p:spPr>
            <a:xfrm>
              <a:off x="6325" y="7164"/>
              <a:ext cx="1778" cy="2734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2" name="直接箭头连接符 71"/>
            <p:cNvCxnSpPr>
              <a:endCxn id="29" idx="2"/>
            </p:cNvCxnSpPr>
            <p:nvPr>
              <p:custDataLst>
                <p:tags r:id="rId50"/>
              </p:custDataLst>
            </p:nvPr>
          </p:nvCxnSpPr>
          <p:spPr>
            <a:xfrm flipV="1">
              <a:off x="6350" y="9959"/>
              <a:ext cx="1800" cy="62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01" name="组合 100"/>
          <p:cNvGrpSpPr/>
          <p:nvPr/>
        </p:nvGrpSpPr>
        <p:grpSpPr>
          <a:xfrm>
            <a:off x="5393690" y="852805"/>
            <a:ext cx="1275080" cy="4839970"/>
            <a:chOff x="9204" y="2337"/>
            <a:chExt cx="2008" cy="7622"/>
          </a:xfrm>
        </p:grpSpPr>
        <p:cxnSp>
          <p:nvCxnSpPr>
            <p:cNvPr id="77" name="直接箭头连接符 76"/>
            <p:cNvCxnSpPr>
              <a:stCxn id="23" idx="6"/>
              <a:endCxn id="32" idx="2"/>
            </p:cNvCxnSpPr>
            <p:nvPr/>
          </p:nvCxnSpPr>
          <p:spPr>
            <a:xfrm>
              <a:off x="9322" y="2337"/>
              <a:ext cx="1890" cy="1231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8" name="直接箭头连接符 77"/>
            <p:cNvCxnSpPr>
              <a:stCxn id="27" idx="6"/>
              <a:endCxn id="32" idx="2"/>
            </p:cNvCxnSpPr>
            <p:nvPr/>
          </p:nvCxnSpPr>
          <p:spPr>
            <a:xfrm flipV="1">
              <a:off x="9322" y="3568"/>
              <a:ext cx="1890" cy="1196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9" name="直接箭头连接符 78"/>
            <p:cNvCxnSpPr>
              <a:stCxn id="28" idx="6"/>
            </p:cNvCxnSpPr>
            <p:nvPr/>
          </p:nvCxnSpPr>
          <p:spPr>
            <a:xfrm flipV="1">
              <a:off x="9322" y="3650"/>
              <a:ext cx="1838" cy="3541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0" name="直接箭头连接符 79"/>
            <p:cNvCxnSpPr>
              <a:stCxn id="29" idx="6"/>
            </p:cNvCxnSpPr>
            <p:nvPr/>
          </p:nvCxnSpPr>
          <p:spPr>
            <a:xfrm flipV="1">
              <a:off x="9204" y="3600"/>
              <a:ext cx="2006" cy="6359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02" name="组合 101"/>
          <p:cNvGrpSpPr/>
          <p:nvPr/>
        </p:nvGrpSpPr>
        <p:grpSpPr>
          <a:xfrm>
            <a:off x="5297170" y="570865"/>
            <a:ext cx="1469390" cy="5147310"/>
            <a:chOff x="9052" y="1853"/>
            <a:chExt cx="2314" cy="8106"/>
          </a:xfrm>
        </p:grpSpPr>
        <p:cxnSp>
          <p:nvCxnSpPr>
            <p:cNvPr id="81" name="直接箭头连接符 80"/>
            <p:cNvCxnSpPr/>
            <p:nvPr/>
          </p:nvCxnSpPr>
          <p:spPr>
            <a:xfrm>
              <a:off x="9052" y="1853"/>
              <a:ext cx="2291" cy="6306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2" name="直接箭头连接符 81"/>
            <p:cNvCxnSpPr>
              <a:stCxn id="27" idx="6"/>
            </p:cNvCxnSpPr>
            <p:nvPr/>
          </p:nvCxnSpPr>
          <p:spPr>
            <a:xfrm>
              <a:off x="9322" y="4724"/>
              <a:ext cx="2034" cy="3421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3" name="直接箭头连接符 82"/>
            <p:cNvCxnSpPr>
              <a:stCxn id="28" idx="6"/>
              <a:endCxn id="45" idx="1"/>
            </p:cNvCxnSpPr>
            <p:nvPr/>
          </p:nvCxnSpPr>
          <p:spPr>
            <a:xfrm>
              <a:off x="9322" y="7191"/>
              <a:ext cx="2044" cy="953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4" name="直接箭头连接符 83"/>
            <p:cNvCxnSpPr>
              <a:stCxn id="29" idx="6"/>
            </p:cNvCxnSpPr>
            <p:nvPr/>
          </p:nvCxnSpPr>
          <p:spPr>
            <a:xfrm flipV="1">
              <a:off x="9204" y="8140"/>
              <a:ext cx="2116" cy="1819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00" name="组合 99"/>
          <p:cNvGrpSpPr/>
          <p:nvPr>
            <p:custDataLst>
              <p:tags r:id="rId51"/>
            </p:custDataLst>
          </p:nvPr>
        </p:nvGrpSpPr>
        <p:grpSpPr>
          <a:xfrm>
            <a:off x="2882265" y="537210"/>
            <a:ext cx="2586355" cy="5521960"/>
            <a:chOff x="5249" y="1840"/>
            <a:chExt cx="4073" cy="8696"/>
          </a:xfrm>
        </p:grpSpPr>
        <p:sp>
          <p:nvSpPr>
            <p:cNvPr id="22" name="椭圆 21"/>
            <p:cNvSpPr/>
            <p:nvPr>
              <p:custDataLst>
                <p:tags r:id="rId52"/>
              </p:custDataLst>
            </p:nvPr>
          </p:nvSpPr>
          <p:spPr>
            <a:xfrm>
              <a:off x="5249" y="1840"/>
              <a:ext cx="1054" cy="993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53"/>
              </p:custDataLst>
            </p:nvPr>
          </p:nvSpPr>
          <p:spPr>
            <a:xfrm>
              <a:off x="5249" y="9544"/>
              <a:ext cx="1054" cy="993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54"/>
              </p:custDataLst>
            </p:nvPr>
          </p:nvSpPr>
          <p:spPr>
            <a:xfrm>
              <a:off x="5249" y="4267"/>
              <a:ext cx="1054" cy="993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55"/>
              </p:custDataLst>
            </p:nvPr>
          </p:nvSpPr>
          <p:spPr>
            <a:xfrm>
              <a:off x="5249" y="6694"/>
              <a:ext cx="1054" cy="993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56"/>
              </p:custDataLst>
            </p:nvPr>
          </p:nvSpPr>
          <p:spPr>
            <a:xfrm>
              <a:off x="8268" y="1840"/>
              <a:ext cx="1054" cy="993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57"/>
              </p:custDataLst>
            </p:nvPr>
          </p:nvSpPr>
          <p:spPr>
            <a:xfrm>
              <a:off x="8268" y="4267"/>
              <a:ext cx="1054" cy="993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58"/>
              </p:custDataLst>
            </p:nvPr>
          </p:nvSpPr>
          <p:spPr>
            <a:xfrm>
              <a:off x="8268" y="6694"/>
              <a:ext cx="1054" cy="993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59"/>
              </p:custDataLst>
            </p:nvPr>
          </p:nvSpPr>
          <p:spPr>
            <a:xfrm>
              <a:off x="8150" y="9462"/>
              <a:ext cx="1054" cy="993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  <p:graphicFrame>
        <p:nvGraphicFramePr>
          <p:cNvPr id="105" name="对象 104"/>
          <p:cNvGraphicFramePr/>
          <p:nvPr/>
        </p:nvGraphicFramePr>
        <p:xfrm>
          <a:off x="2358390" y="-163830"/>
          <a:ext cx="3436620" cy="701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1" name="" r:id="rId60" imgW="2578100" imgH="452755" progId="Equation.DSMT4">
                  <p:embed/>
                </p:oleObj>
              </mc:Choice>
              <mc:Fallback>
                <p:oleObj name="" r:id="rId60" imgW="2578100" imgH="452755" progId="Equation.DSMT4">
                  <p:embed/>
                  <p:pic>
                    <p:nvPicPr>
                      <p:cNvPr id="0" name="图片 105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2358390" y="-163830"/>
                        <a:ext cx="3436620" cy="701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对象 106"/>
          <p:cNvGraphicFramePr/>
          <p:nvPr/>
        </p:nvGraphicFramePr>
        <p:xfrm>
          <a:off x="979805" y="6159500"/>
          <a:ext cx="2166620" cy="71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2" name="" r:id="rId62" imgW="3305810" imgH="1132840" progId="Equation.DSMT4">
                  <p:embed/>
                </p:oleObj>
              </mc:Choice>
              <mc:Fallback>
                <p:oleObj name="" r:id="rId62" imgW="3305810" imgH="1132840" progId="Equation.DSMT4">
                  <p:embed/>
                  <p:pic>
                    <p:nvPicPr>
                      <p:cNvPr id="0" name="图片 107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979805" y="6159500"/>
                        <a:ext cx="2166620" cy="716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对象 108"/>
          <p:cNvGraphicFramePr/>
          <p:nvPr/>
        </p:nvGraphicFramePr>
        <p:xfrm>
          <a:off x="3796030" y="6159500"/>
          <a:ext cx="3174365" cy="563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" name="" r:id="rId64" imgW="3486785" imgH="614045" progId="Equation.DSMT4">
                  <p:embed/>
                </p:oleObj>
              </mc:Choice>
              <mc:Fallback>
                <p:oleObj name="" r:id="rId64" imgW="3486785" imgH="614045" progId="Equation.DSMT4">
                  <p:embed/>
                  <p:pic>
                    <p:nvPicPr>
                      <p:cNvPr id="0" name="图片 109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3796030" y="6159500"/>
                        <a:ext cx="3174365" cy="563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对象 110"/>
          <p:cNvGraphicFramePr/>
          <p:nvPr/>
        </p:nvGraphicFramePr>
        <p:xfrm>
          <a:off x="6970395" y="5078730"/>
          <a:ext cx="4656455" cy="686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" name="" r:id="rId66" imgW="6337300" imgH="1037590" progId="Equation.DSMT4">
                  <p:embed/>
                </p:oleObj>
              </mc:Choice>
              <mc:Fallback>
                <p:oleObj name="" r:id="rId66" imgW="6337300" imgH="1037590" progId="Equation.DSMT4">
                  <p:embed/>
                  <p:pic>
                    <p:nvPicPr>
                      <p:cNvPr id="0" name="图片 111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6970395" y="5078730"/>
                        <a:ext cx="4656455" cy="686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8562340" y="4407535"/>
            <a:ext cx="2680335" cy="718820"/>
            <a:chOff x="13484" y="6941"/>
            <a:chExt cx="4221" cy="1132"/>
          </a:xfrm>
        </p:grpSpPr>
        <p:cxnSp>
          <p:nvCxnSpPr>
            <p:cNvPr id="2" name="直接箭头连接符 1"/>
            <p:cNvCxnSpPr/>
            <p:nvPr/>
          </p:nvCxnSpPr>
          <p:spPr>
            <a:xfrm flipH="1">
              <a:off x="13484" y="7373"/>
              <a:ext cx="1575" cy="70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" name="文本框 2"/>
            <p:cNvSpPr txBox="1"/>
            <p:nvPr/>
          </p:nvSpPr>
          <p:spPr>
            <a:xfrm>
              <a:off x="15455" y="6941"/>
              <a:ext cx="2251" cy="58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0" tIns="0" rIns="0" bIns="0" numCol="1" spcCol="38100" rtlCol="0" anchor="t" forceAA="0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0" i="0" u="none" strike="noStrike" cap="none" spc="0" normalizeH="0" baseline="0">
                  <a:solidFill>
                    <a:schemeClr val="accen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等线" panose="02010600030101010101" charset="-122"/>
                </a:rPr>
                <a:t>激活函数</a:t>
              </a:r>
              <a:endPara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025" y="365125"/>
            <a:ext cx="10515600" cy="1325563"/>
          </a:xfrm>
        </p:spPr>
        <p:txBody>
          <a:bodyPr/>
          <a:lstStyle/>
          <a:p>
            <a:r>
              <a:rPr lang="zh-CN" altLang="en-US"/>
              <a:t>反向传播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517" y="1522412"/>
            <a:ext cx="11140214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原理：复合函数的求导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内层函数</a:t>
            </a:r>
            <a:r>
              <a:rPr lang="en-US" altLang="zh-CN" dirty="0"/>
              <a:t>                </a:t>
            </a:r>
            <a:r>
              <a:rPr lang="zh-CN" altLang="en-US" dirty="0"/>
              <a:t>外层函数</a:t>
            </a:r>
            <a:r>
              <a:rPr lang="en-US" altLang="zh-CN" dirty="0"/>
              <a:t>              </a:t>
            </a:r>
            <a:r>
              <a:rPr lang="zh-CN" altLang="en-US" dirty="0"/>
              <a:t>链式法则指出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example</a:t>
            </a:r>
            <a:r>
              <a:rPr lang="zh-CN" altLang="en-US" dirty="0"/>
              <a:t>：</a:t>
            </a:r>
            <a:r>
              <a:rPr lang="en-US" altLang="zh-CN" dirty="0"/>
              <a:t>                 </a:t>
            </a:r>
            <a:r>
              <a:rPr lang="zh-CN" altLang="en-US" dirty="0"/>
              <a:t>令</a:t>
            </a:r>
            <a:r>
              <a:rPr lang="en-US" altLang="zh-CN" dirty="0"/>
              <a:t>                </a:t>
            </a:r>
            <a:r>
              <a:rPr lang="zh-CN" altLang="en-US" dirty="0"/>
              <a:t>则</a:t>
            </a:r>
            <a:r>
              <a:rPr lang="en-US" altLang="zh-CN" dirty="0"/>
              <a:t>        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外层函数对中间变量求导</a:t>
            </a:r>
            <a:r>
              <a:rPr lang="en-US" altLang="zh-CN" dirty="0"/>
              <a:t>             </a:t>
            </a:r>
            <a:r>
              <a:rPr lang="zh-CN" altLang="en-US" dirty="0"/>
              <a:t>中间变量对输入求导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将局部导数相乘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/>
          <p:cNvGraphicFramePr/>
          <p:nvPr/>
        </p:nvGraphicFramePr>
        <p:xfrm>
          <a:off x="3912235" y="1481454"/>
          <a:ext cx="1491618" cy="451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" name="" r:id="rId1" imgW="1355090" imgH="436880" progId="Equation.DSMT4">
                  <p:embed/>
                </p:oleObj>
              </mc:Choice>
              <mc:Fallback>
                <p:oleObj name="" r:id="rId1" imgW="1355090" imgH="43688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12235" y="1481454"/>
                        <a:ext cx="1491618" cy="451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2216785" y="1932940"/>
          <a:ext cx="1106805" cy="45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9" name="" r:id="rId3" imgW="1188720" imgH="439420" progId="Equation.DSMT4">
                  <p:embed/>
                </p:oleObj>
              </mc:Choice>
              <mc:Fallback>
                <p:oleObj name="" r:id="rId3" imgW="1188720" imgH="43942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16785" y="1932940"/>
                        <a:ext cx="1106805" cy="451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4813300" y="1932940"/>
          <a:ext cx="1106805" cy="45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" name="" r:id="rId5" imgW="1152525" imgH="439420" progId="Equation.DSMT4">
                  <p:embed/>
                </p:oleObj>
              </mc:Choice>
              <mc:Fallback>
                <p:oleObj name="" r:id="rId5" imgW="1152525" imgH="43942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13300" y="1932940"/>
                        <a:ext cx="1106805" cy="451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/>
          <p:nvPr/>
        </p:nvGraphicFramePr>
        <p:xfrm>
          <a:off x="7915910" y="1733550"/>
          <a:ext cx="1911985" cy="89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" name="" r:id="rId7" imgW="1226185" imgH="668020" progId="Equation.DSMT4">
                  <p:embed/>
                </p:oleObj>
              </mc:Choice>
              <mc:Fallback>
                <p:oleObj name="" r:id="rId7" imgW="1226185" imgH="668020" progId="Equation.DSMT4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15910" y="1733550"/>
                        <a:ext cx="1911985" cy="892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/>
          <p:nvPr/>
        </p:nvGraphicFramePr>
        <p:xfrm>
          <a:off x="2420617" y="2842894"/>
          <a:ext cx="1491618" cy="494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2" name="" r:id="rId9" imgW="1350645" imgH="458470" progId="Equation.DSMT4">
                  <p:embed/>
                </p:oleObj>
              </mc:Choice>
              <mc:Fallback>
                <p:oleObj name="" r:id="rId9" imgW="1350645" imgH="458470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20617" y="2842894"/>
                        <a:ext cx="1491618" cy="4940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/>
          <p:nvPr/>
        </p:nvGraphicFramePr>
        <p:xfrm>
          <a:off x="4389121" y="2897823"/>
          <a:ext cx="1106806" cy="406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3" name="" r:id="rId11" imgW="1068070" imgH="382270" progId="Equation.DSMT4">
                  <p:embed/>
                </p:oleObj>
              </mc:Choice>
              <mc:Fallback>
                <p:oleObj name="" r:id="rId11" imgW="1068070" imgH="382270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89121" y="2897823"/>
                        <a:ext cx="1106806" cy="4067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/>
          <p:nvPr/>
        </p:nvGraphicFramePr>
        <p:xfrm>
          <a:off x="6055995" y="2766060"/>
          <a:ext cx="955675" cy="53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4" name="" r:id="rId13" imgW="833120" imgH="509905" progId="Equation.DSMT4">
                  <p:embed/>
                </p:oleObj>
              </mc:Choice>
              <mc:Fallback>
                <p:oleObj name="" r:id="rId13" imgW="833120" imgH="509905" progId="Equation.DSMT4">
                  <p:embed/>
                  <p:pic>
                    <p:nvPicPr>
                      <p:cNvPr id="0" name="图片 1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55995" y="2766060"/>
                        <a:ext cx="955675" cy="538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/>
          <p:nvPr/>
        </p:nvGraphicFramePr>
        <p:xfrm>
          <a:off x="4332605" y="3591560"/>
          <a:ext cx="1011555" cy="850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5" name="" r:id="rId15" imgW="1076960" imgH="845820" progId="Equation.DSMT4">
                  <p:embed/>
                </p:oleObj>
              </mc:Choice>
              <mc:Fallback>
                <p:oleObj name="" r:id="rId15" imgW="1076960" imgH="845820" progId="Equation.DSMT4">
                  <p:embed/>
                  <p:pic>
                    <p:nvPicPr>
                      <p:cNvPr id="0" name="图片 2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32605" y="3591560"/>
                        <a:ext cx="1011555" cy="850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/>
          <p:nvPr/>
        </p:nvGraphicFramePr>
        <p:xfrm>
          <a:off x="8307070" y="3591560"/>
          <a:ext cx="1009650" cy="850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6" name="" r:id="rId17" imgW="775970" imgH="681355" progId="Equation.DSMT4">
                  <p:embed/>
                </p:oleObj>
              </mc:Choice>
              <mc:Fallback>
                <p:oleObj name="" r:id="rId17" imgW="775970" imgH="681355" progId="Equation.DSMT4">
                  <p:embed/>
                  <p:pic>
                    <p:nvPicPr>
                      <p:cNvPr id="0" name="图片 2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307070" y="3591560"/>
                        <a:ext cx="1009650" cy="850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071013" y="4531678"/>
          <a:ext cx="3641736" cy="803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" name="Equation" r:id="rId19" imgW="1784985" imgH="398780" progId="Equation.DSMT4">
                  <p:embed/>
                </p:oleObj>
              </mc:Choice>
              <mc:Fallback>
                <p:oleObj name="Equation" r:id="rId19" imgW="1784985" imgH="39878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71013" y="4531678"/>
                        <a:ext cx="3641736" cy="803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071013" y="5367814"/>
          <a:ext cx="3225492" cy="820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8" name="Equation" r:id="rId21" imgW="1556385" imgH="398780" progId="Equation.DSMT4">
                  <p:embed/>
                </p:oleObj>
              </mc:Choice>
              <mc:Fallback>
                <p:oleObj name="Equation" r:id="rId21" imgW="1556385" imgH="39878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71013" y="5367814"/>
                        <a:ext cx="3225492" cy="8208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7867627" y="1579086"/>
            <a:ext cx="2326990" cy="1375411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反向传播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8332" y="1452578"/>
            <a:ext cx="7195336" cy="504029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04254" cy="3039964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857437" y="720621"/>
          <a:ext cx="2549419" cy="327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4" name="Equation" r:id="rId2" imgW="1721485" imgH="233680" progId="Equation.DSMT4">
                  <p:embed/>
                </p:oleObj>
              </mc:Choice>
              <mc:Fallback>
                <p:oleObj name="Equation" r:id="rId2" imgW="1721485" imgH="233680" progId="Equation.DSMT4">
                  <p:embed/>
                  <p:pic>
                    <p:nvPicPr>
                      <p:cNvPr id="0" name="图片 1236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57437" y="720621"/>
                        <a:ext cx="2549419" cy="327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857437" y="1096069"/>
          <a:ext cx="3893769" cy="327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5" name="Equation" r:id="rId4" imgW="2854960" imgH="233680" progId="Equation.DSMT4">
                  <p:embed/>
                </p:oleObj>
              </mc:Choice>
              <mc:Fallback>
                <p:oleObj name="Equation" r:id="rId4" imgW="2854960" imgH="233680" progId="Equation.DSMT4">
                  <p:embed/>
                  <p:pic>
                    <p:nvPicPr>
                      <p:cNvPr id="0" name="图片 1236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57437" y="1096069"/>
                        <a:ext cx="3893769" cy="327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857437" y="1349216"/>
          <a:ext cx="35401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6" name="Equation" r:id="rId6" imgW="2719070" imgH="398780" progId="Equation.DSMT4">
                  <p:embed/>
                </p:oleObj>
              </mc:Choice>
              <mc:Fallback>
                <p:oleObj name="Equation" r:id="rId6" imgW="2719070" imgH="398780" progId="Equation.DSMT4">
                  <p:embed/>
                  <p:pic>
                    <p:nvPicPr>
                      <p:cNvPr id="0" name="图片 1236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57437" y="1349216"/>
                        <a:ext cx="3540125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092141" y="809513"/>
          <a:ext cx="17113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7" name="Equation" r:id="rId8" imgW="1318260" imgH="695325" progId="Equation.DSMT4">
                  <p:embed/>
                </p:oleObj>
              </mc:Choice>
              <mc:Fallback>
                <p:oleObj name="Equation" r:id="rId8" imgW="1318260" imgH="695325" progId="Equation.DSMT4">
                  <p:embed/>
                  <p:pic>
                    <p:nvPicPr>
                      <p:cNvPr id="0" name="图片 1236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92141" y="809513"/>
                        <a:ext cx="1711325" cy="900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911936" y="224058"/>
            <a:ext cx="1144514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前向传播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11936" y="1979800"/>
            <a:ext cx="1144514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计算误差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868206" y="2290282"/>
          <a:ext cx="237648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8" name="Equation" r:id="rId10" imgW="1823720" imgH="398780" progId="Equation.DSMT4">
                  <p:embed/>
                </p:oleObj>
              </mc:Choice>
              <mc:Fallback>
                <p:oleObj name="Equation" r:id="rId10" imgW="1823720" imgH="398780" progId="Equation.DSMT4">
                  <p:embed/>
                  <p:pic>
                    <p:nvPicPr>
                      <p:cNvPr id="0" name="图片 1236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68206" y="2290282"/>
                        <a:ext cx="2376487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429234" y="2398231"/>
          <a:ext cx="5037137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9" name="Equation" r:id="rId12" imgW="3862070" imgH="233680" progId="Equation.DSMT4">
                  <p:embed/>
                </p:oleObj>
              </mc:Choice>
              <mc:Fallback>
                <p:oleObj name="Equation" r:id="rId12" imgW="3862070" imgH="233680" progId="Equation.DSMT4">
                  <p:embed/>
                  <p:pic>
                    <p:nvPicPr>
                      <p:cNvPr id="0" name="图片 1236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29234" y="2398231"/>
                        <a:ext cx="5037137" cy="300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912235" y="2834640"/>
            <a:ext cx="2263140" cy="2768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反向传播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6044" y="3481987"/>
            <a:ext cx="2383738" cy="1385099"/>
          </a:xfrm>
          <a:prstGeom prst="rect">
            <a:avLst/>
          </a:prstGeom>
        </p:spPr>
      </p:pic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860558" y="3244175"/>
          <a:ext cx="25431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0" name="Equation" r:id="rId15" imgW="1950085" imgH="437515" progId="Equation.DSMT4">
                  <p:embed/>
                </p:oleObj>
              </mc:Choice>
              <mc:Fallback>
                <p:oleObj name="Equation" r:id="rId15" imgW="1950085" imgH="437515" progId="Equation.DSMT4">
                  <p:embed/>
                  <p:pic>
                    <p:nvPicPr>
                      <p:cNvPr id="0" name="图片 1236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60558" y="3244175"/>
                        <a:ext cx="2543175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789782" y="3822426"/>
          <a:ext cx="3375860" cy="92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1" name="Equation" r:id="rId17" imgW="71323200" imgH="19507200" progId="Equation.DSMT4">
                  <p:embed/>
                </p:oleObj>
              </mc:Choice>
              <mc:Fallback>
                <p:oleObj name="Equation" r:id="rId17" imgW="71323200" imgH="19507200" progId="Equation.DSMT4">
                  <p:embed/>
                  <p:pic>
                    <p:nvPicPr>
                      <p:cNvPr id="0" name="图片 1237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89782" y="3822426"/>
                        <a:ext cx="3375860" cy="923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194809" y="4778270"/>
          <a:ext cx="4405313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2" name="Equation" r:id="rId19" imgW="3380105" imgH="437515" progId="Equation.DSMT4">
                  <p:embed/>
                </p:oleObj>
              </mc:Choice>
              <mc:Fallback>
                <p:oleObj name="Equation" r:id="rId19" imgW="3380105" imgH="437515" progId="Equation.DSMT4">
                  <p:embed/>
                  <p:pic>
                    <p:nvPicPr>
                      <p:cNvPr id="0" name="图片 1237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94809" y="4778270"/>
                        <a:ext cx="4405313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065507" y="2940593"/>
          <a:ext cx="3058520" cy="106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3" name="Equation" r:id="rId21" imgW="2421890" imgH="846455" progId="Equation.DSMT4">
                  <p:embed/>
                </p:oleObj>
              </mc:Choice>
              <mc:Fallback>
                <p:oleObj name="Equation" r:id="rId21" imgW="2421890" imgH="846455" progId="Equation.DSMT4">
                  <p:embed/>
                  <p:pic>
                    <p:nvPicPr>
                      <p:cNvPr id="0" name="图片 1237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065507" y="2940593"/>
                        <a:ext cx="3058520" cy="106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201446" y="4133767"/>
          <a:ext cx="282575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4" name="Equation" r:id="rId23" imgW="2169160" imgH="233680" progId="Equation.DSMT4">
                  <p:embed/>
                </p:oleObj>
              </mc:Choice>
              <mc:Fallback>
                <p:oleObj name="Equation" r:id="rId23" imgW="2169160" imgH="233680" progId="Equation.DSMT4">
                  <p:embed/>
                  <p:pic>
                    <p:nvPicPr>
                      <p:cNvPr id="0" name="图片 1237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201446" y="4133767"/>
                        <a:ext cx="2825750" cy="300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7760615" y="4484941"/>
          <a:ext cx="425608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5" name="Equation" r:id="rId25" imgW="3263900" imgH="437515" progId="Equation.DSMT4">
                  <p:embed/>
                </p:oleObj>
              </mc:Choice>
              <mc:Fallback>
                <p:oleObj name="Equation" r:id="rId25" imgW="3263900" imgH="437515" progId="Equation.DSMT4">
                  <p:embed/>
                  <p:pic>
                    <p:nvPicPr>
                      <p:cNvPr id="0" name="图片 1237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60615" y="4484941"/>
                        <a:ext cx="4256087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327946" y="5799125"/>
          <a:ext cx="52863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6" name="Equation" r:id="rId27" imgW="4051300" imgH="437515" progId="Equation.DSMT4">
                  <p:embed/>
                </p:oleObj>
              </mc:Choice>
              <mc:Fallback>
                <p:oleObj name="Equation" r:id="rId27" imgW="4051300" imgH="437515" progId="Equation.DSMT4">
                  <p:embed/>
                  <p:pic>
                    <p:nvPicPr>
                      <p:cNvPr id="0" name="图片 1237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327946" y="5799125"/>
                        <a:ext cx="5286375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3055685" y="3810912"/>
            <a:ext cx="4559889" cy="1635740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805706" y="2929352"/>
            <a:ext cx="3509075" cy="1065637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804461" y="4133767"/>
            <a:ext cx="4212241" cy="1065637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57106" y="5638210"/>
            <a:ext cx="5474289" cy="88856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r>
              <a:rPr lang="en-US" altLang="zh-CN" dirty="0"/>
              <a:t>——</a:t>
            </a:r>
            <a:r>
              <a:rPr lang="zh-CN" altLang="en-US" dirty="0"/>
              <a:t>神经网络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神经网络由</a:t>
            </a:r>
            <a:r>
              <a:rPr lang="zh-CN" altLang="en-US" b="1" dirty="0"/>
              <a:t>输入层</a:t>
            </a:r>
            <a:r>
              <a:rPr lang="zh-CN" altLang="en-US" dirty="0"/>
              <a:t>、</a:t>
            </a:r>
            <a:r>
              <a:rPr lang="zh-CN" altLang="en-US" b="1" dirty="0"/>
              <a:t>隐藏层</a:t>
            </a:r>
            <a:r>
              <a:rPr lang="zh-CN" altLang="en-US" dirty="0"/>
              <a:t>、</a:t>
            </a:r>
            <a:r>
              <a:rPr lang="zh-CN" altLang="en-US" b="1" dirty="0"/>
              <a:t>输出层</a:t>
            </a:r>
            <a:r>
              <a:rPr lang="zh-CN" altLang="en-US" dirty="0"/>
              <a:t>来组成</a:t>
            </a:r>
            <a:endParaRPr lang="en-US" altLang="zh-CN" dirty="0"/>
          </a:p>
          <a:p>
            <a:r>
              <a:rPr lang="zh-CN" altLang="en-US" dirty="0"/>
              <a:t>每一个神经元通过加权求和（线性变换）和激活函数（非线性变换）来计算</a:t>
            </a:r>
            <a:endParaRPr lang="en-US" altLang="zh-CN" dirty="0"/>
          </a:p>
          <a:p>
            <a:r>
              <a:rPr lang="zh-CN" altLang="en-US" dirty="0"/>
              <a:t>神经网络通过前向传播计算、通过</a:t>
            </a:r>
            <a:r>
              <a:rPr lang="zh-CN" altLang="en-US" b="1" dirty="0"/>
              <a:t>反向传播</a:t>
            </a:r>
            <a:r>
              <a:rPr lang="zh-CN" altLang="en-US" dirty="0"/>
              <a:t>来学习（更新参数）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神经网络痛点</a:t>
            </a:r>
            <a:endParaRPr lang="en-US" altLang="zh-CN" dirty="0"/>
          </a:p>
          <a:p>
            <a:r>
              <a:rPr lang="zh-CN" altLang="en-US" dirty="0"/>
              <a:t>普通神经网络计算量非常大，消耗算力，并容易让模型导致过拟合</a:t>
            </a:r>
            <a:endParaRPr lang="en-US" altLang="zh-CN" dirty="0"/>
          </a:p>
          <a:p>
            <a:r>
              <a:rPr lang="zh-CN" altLang="en-US" dirty="0"/>
              <a:t>传统的网络把图像转换成一维向量，完全破坏了这种上下左右的相邻结构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251" y="258554"/>
            <a:ext cx="3031252" cy="154919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卷积神经网络 </a:t>
            </a:r>
            <a:r>
              <a:rPr lang="en-US" altLang="zh-CN" dirty="0"/>
              <a:t>CNN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107206" y="1594348"/>
            <a:ext cx="12084794" cy="4351338"/>
          </a:xfrm>
        </p:spPr>
        <p:txBody>
          <a:bodyPr/>
          <a:lstStyle/>
          <a:p>
            <a:r>
              <a:rPr lang="zh-CN" altLang="en-US" dirty="0"/>
              <a:t>核心思想：图像有局部性，邻近像素更相关，所以不需要让每个神经元看整张图</a:t>
            </a:r>
            <a:endParaRPr lang="en-US" altLang="zh-CN" dirty="0"/>
          </a:p>
          <a:p>
            <a:r>
              <a:rPr lang="zh-CN" altLang="en-US" dirty="0"/>
              <a:t>具体操作：神经元不再与上一层的所有像素相连，而是仅连接一个局部区域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99989" y="2837792"/>
          <a:ext cx="10588121" cy="2425860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2995429"/>
                <a:gridCol w="7592692"/>
              </a:tblGrid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CNN vs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普通神经网络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核心操作（具体解释）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局部连接</a:t>
                      </a:r>
                      <a:endParaRPr lang="zh-CN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神经元不再与上一层的所有像素相连，而是仅连接一个局部区域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权重共享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每一个局部区域提取特征时用到的权重都相同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08449" y="4286250"/>
            <a:ext cx="2932387" cy="1790398"/>
            <a:chOff x="1308449" y="4286250"/>
            <a:chExt cx="2932387" cy="1790398"/>
          </a:xfrm>
        </p:grpSpPr>
        <p:sp>
          <p:nvSpPr>
            <p:cNvPr id="6" name="文本框 5"/>
            <p:cNvSpPr txBox="1"/>
            <p:nvPr/>
          </p:nvSpPr>
          <p:spPr>
            <a:xfrm>
              <a:off x="1308449" y="5707316"/>
              <a:ext cx="2932387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参数大幅度减少</a:t>
              </a:r>
              <a:endPara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>
              <a:off x="1492250" y="4286250"/>
              <a:ext cx="330200" cy="1263650"/>
            </a:xfrm>
            <a:prstGeom prst="straightConnector1">
              <a:avLst/>
            </a:prstGeom>
            <a:noFill/>
            <a:ln w="12700" cap="flat">
              <a:solidFill>
                <a:srgbClr val="FF0000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0" name="组合 19"/>
          <p:cNvGrpSpPr/>
          <p:nvPr/>
        </p:nvGrpSpPr>
        <p:grpSpPr>
          <a:xfrm>
            <a:off x="2619003" y="4918075"/>
            <a:ext cx="6544047" cy="1058318"/>
            <a:chOff x="2619003" y="4918075"/>
            <a:chExt cx="6544047" cy="1058318"/>
          </a:xfrm>
        </p:grpSpPr>
        <p:sp>
          <p:nvSpPr>
            <p:cNvPr id="12" name="文本框 11"/>
            <p:cNvSpPr txBox="1"/>
            <p:nvPr/>
          </p:nvSpPr>
          <p:spPr>
            <a:xfrm>
              <a:off x="4800600" y="5607061"/>
              <a:ext cx="4362450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同一个模型在不同位置被检测到</a:t>
              </a:r>
              <a:endPara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2619003" y="4918075"/>
              <a:ext cx="1857747" cy="631825"/>
            </a:xfrm>
            <a:prstGeom prst="straightConnector1">
              <a:avLst/>
            </a:prstGeom>
            <a:noFill/>
            <a:ln w="12700" cap="flat">
              <a:solidFill>
                <a:srgbClr val="FF0000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CNN</a:t>
            </a:r>
            <a:r>
              <a:rPr lang="zh-CN" altLang="en-US" dirty="0"/>
              <a:t>的四个主要阶段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42334" y="1601775"/>
          <a:ext cx="10588121" cy="4043100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2995429"/>
                <a:gridCol w="7592692"/>
              </a:tblGrid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阶段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核心作用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卷积层</a:t>
                      </a:r>
                      <a:endParaRPr lang="zh-CN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提取图像局部特征，生成特征图 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激活层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引入非线性变换，赋予网络拟合复杂模式的能力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池化层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降维运算，压缩特征图尺寸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全连接层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汇聚全局特征，完成分类或回归决策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9050"/>
            <a:ext cx="10515600" cy="1325563"/>
          </a:xfrm>
        </p:spPr>
        <p:txBody>
          <a:bodyPr/>
          <a:lstStyle/>
          <a:p>
            <a:r>
              <a:rPr lang="zh-CN" altLang="en-US" dirty="0"/>
              <a:t>卷积层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0" y="1060012"/>
            <a:ext cx="12134850" cy="61662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</a:pPr>
            <a:endParaRPr lang="en-US" altLang="zh-CN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zh-CN" altLang="en-US" b="1" dirty="0"/>
              <a:t>卷积操作</a:t>
            </a:r>
            <a:r>
              <a:rPr lang="zh-CN" altLang="en-US" dirty="0"/>
              <a:t>是指将一个可移动的小窗口与图像进行逐元素相乘然后相加的操作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zh-CN" altLang="en-US" dirty="0"/>
              <a:t>小窗口其实是一组固定的权重，它可以被看作是一个特定的</a:t>
            </a:r>
            <a:r>
              <a:rPr lang="zh-CN" altLang="en-US" b="1" dirty="0"/>
              <a:t>滤波器</a:t>
            </a:r>
            <a:r>
              <a:rPr lang="zh-CN" altLang="en-US" dirty="0"/>
              <a:t>或</a:t>
            </a:r>
            <a:r>
              <a:rPr lang="zh-CN" altLang="en-US" b="1" dirty="0"/>
              <a:t>卷积核</a:t>
            </a:r>
            <a:endParaRPr lang="en-US" altLang="zh-CN" b="1" dirty="0"/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zh-CN" altLang="en-US" dirty="0"/>
              <a:t>卷积核</a:t>
            </a:r>
            <a:r>
              <a:rPr lang="zh-CN" altLang="en-US" b="1" dirty="0"/>
              <a:t>用于对单一输入通道</a:t>
            </a:r>
            <a:r>
              <a:rPr lang="zh-CN" altLang="en-US" dirty="0"/>
              <a:t>进行特征提取；滤波器</a:t>
            </a:r>
            <a:r>
              <a:rPr lang="zh-CN" altLang="en-US" b="1" dirty="0"/>
              <a:t>由多个卷积核堆叠而成，用于处理</a:t>
            </a:r>
            <a:r>
              <a:rPr lang="zh-CN" altLang="en-US" dirty="0"/>
              <a:t>所有输入通道</a:t>
            </a:r>
            <a:endParaRPr lang="en-US" altLang="zh-CN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endParaRPr lang="en-US" altLang="zh-CN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5130" y="3296285"/>
            <a:ext cx="4596130" cy="33909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8737" y="6404292"/>
            <a:ext cx="2364827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卷积层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9050"/>
            <a:ext cx="10515600" cy="1325563"/>
          </a:xfrm>
        </p:spPr>
        <p:txBody>
          <a:bodyPr/>
          <a:lstStyle/>
          <a:p>
            <a:r>
              <a:rPr lang="zh-CN" altLang="en-US" dirty="0"/>
              <a:t>卷积层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0" y="1060012"/>
            <a:ext cx="12134850" cy="616628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endParaRPr lang="en-US" altLang="zh-CN" dirty="0"/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zh-CN" altLang="en-US" dirty="0"/>
              <a:t>每个滤波器负责寻找一种特征（形状、纹理等）</a:t>
            </a:r>
            <a:endParaRPr lang="zh-CN" altLang="en-US" dirty="0"/>
          </a:p>
          <a:p>
            <a:pPr>
              <a:lnSpc>
                <a:spcPct val="50000"/>
              </a:lnSpc>
            </a:pPr>
            <a:r>
              <a:rPr lang="zh-CN" altLang="en-US" dirty="0"/>
              <a:t>每个滤波器会在图像上滑动，然后将每个位置上的参数和对应的像素值进行相乘后加和</a:t>
            </a:r>
            <a:endParaRPr lang="en-US" altLang="zh-CN" dirty="0"/>
          </a:p>
          <a:p>
            <a:pPr>
              <a:lnSpc>
                <a:spcPct val="50000"/>
              </a:lnSpc>
            </a:pPr>
            <a:endParaRPr lang="en-US" altLang="zh-CN" dirty="0"/>
          </a:p>
          <a:p>
            <a:pPr>
              <a:lnSpc>
                <a:spcPct val="50000"/>
              </a:lnSpc>
            </a:pPr>
            <a:r>
              <a:rPr lang="zh-CN" altLang="en-US" dirty="0"/>
              <a:t>滤波器的移动也是有步长的，比如移动</a:t>
            </a:r>
            <a:r>
              <a:rPr lang="en-US" altLang="zh-CN" dirty="0"/>
              <a:t>1</a:t>
            </a:r>
            <a:r>
              <a:rPr lang="zh-CN" altLang="en-US" dirty="0"/>
              <a:t>步、</a:t>
            </a:r>
            <a:r>
              <a:rPr lang="en-US" altLang="zh-CN" dirty="0"/>
              <a:t>2</a:t>
            </a:r>
            <a:r>
              <a:rPr lang="zh-CN" altLang="en-US" dirty="0"/>
              <a:t>步，步数是可以进行设置的</a:t>
            </a:r>
            <a:endParaRPr lang="en-US" altLang="zh-CN" dirty="0"/>
          </a:p>
          <a:p>
            <a:pPr>
              <a:lnSpc>
                <a:spcPct val="50000"/>
              </a:lnSpc>
            </a:pPr>
            <a:endParaRPr lang="en-US" altLang="zh-CN" dirty="0"/>
          </a:p>
          <a:p>
            <a:pPr>
              <a:lnSpc>
                <a:spcPct val="50000"/>
              </a:lnSpc>
            </a:pPr>
            <a:r>
              <a:rPr lang="zh-CN" altLang="en-US" dirty="0"/>
              <a:t>滤波器的移动规则就是从左上角开始移动，从左到右，然后再换到下边</a:t>
            </a:r>
            <a:endParaRPr lang="zh-CN" altLang="en-US" dirty="0"/>
          </a:p>
          <a:p>
            <a:pPr marL="0" indent="0">
              <a:buNone/>
            </a:pPr>
            <a:endParaRPr lang="zh-CN" altLang="en-US" b="1" dirty="0"/>
          </a:p>
        </p:txBody>
      </p:sp>
      <p:pic>
        <p:nvPicPr>
          <p:cNvPr id="7" name="20260815_14480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3911283"/>
            <a:ext cx="5727398" cy="2234180"/>
          </a:xfrm>
          <a:prstGeom prst="rect">
            <a:avLst/>
          </a:prstGeom>
        </p:spPr>
      </p:pic>
      <p:pic>
        <p:nvPicPr>
          <p:cNvPr id="8" name="20260815_145308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930495" y="3807110"/>
            <a:ext cx="6261505" cy="244252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8737" y="6404292"/>
            <a:ext cx="2364827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卷积层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75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操作：卷积操作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滤波器的尺寸：</a:t>
            </a:r>
            <a:r>
              <a:rPr lang="en-US" altLang="zh-CN" dirty="0"/>
              <a:t>3*3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20260815_13212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326554" y="1647103"/>
            <a:ext cx="6189046" cy="5153747"/>
          </a:xfrm>
          <a:prstGeom prst="rect">
            <a:avLst/>
          </a:prstGeom>
        </p:spPr>
      </p:pic>
      <p:sp>
        <p:nvSpPr>
          <p:cNvPr id="6" name="AutoShape 2" descr="飞书文档 - 图片"/>
          <p:cNvSpPr>
            <a:spLocks noChangeAspect="1" noChangeArrowheads="1"/>
          </p:cNvSpPr>
          <p:nvPr/>
        </p:nvSpPr>
        <p:spPr bwMode="auto">
          <a:xfrm>
            <a:off x="2022160" y="2154479"/>
            <a:ext cx="380156" cy="38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8737" y="6404292"/>
            <a:ext cx="2364827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卷积层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6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438882" y="1789841"/>
            <a:ext cx="1188975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0 padding </a:t>
            </a:r>
            <a:r>
              <a:rPr lang="zh-CN" altLang="en-US" b="1" dirty="0"/>
              <a:t>填充法</a:t>
            </a:r>
            <a:endParaRPr lang="en-US" altLang="zh-CN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/>
              <a:t>定义：在图像边缘补</a:t>
            </a:r>
            <a:r>
              <a:rPr lang="en-US" altLang="zh-CN" dirty="0"/>
              <a:t>0</a:t>
            </a:r>
            <a:r>
              <a:rPr lang="zh-CN" altLang="en-US" dirty="0"/>
              <a:t>，让卷积核可以更好地处理边缘区域，并控制输出特征图的大小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/>
              <a:t>核心作用：保护边缘信息，控制输出尺寸</a:t>
            </a:r>
            <a:endParaRPr lang="zh-CN" altLang="en-US" dirty="0"/>
          </a:p>
        </p:txBody>
      </p:sp>
      <p:sp>
        <p:nvSpPr>
          <p:cNvPr id="5" name="AutoShape 2" descr="飞书文档 - 图片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974" y="3186755"/>
            <a:ext cx="3530425" cy="353722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8737" y="6404292"/>
            <a:ext cx="2364827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卷积层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758" y="2781037"/>
            <a:ext cx="5528964" cy="341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重要概念</a:t>
            </a:r>
            <a:r>
              <a:rPr lang="en-US" altLang="zh-CN" dirty="0"/>
              <a:t>——</a:t>
            </a:r>
            <a:r>
              <a:rPr lang="zh-CN" altLang="en-US" b="1" dirty="0"/>
              <a:t>感受野</a:t>
            </a:r>
            <a:r>
              <a:rPr lang="zh-CN" altLang="en-US" dirty="0"/>
              <a:t>：某一层的一个神经元，能看到输入图像的多大范围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322735" y="2421366"/>
            <a:ext cx="1809882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3*3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694" y="2382651"/>
            <a:ext cx="6789684" cy="180408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66055" y="4251967"/>
            <a:ext cx="12488333" cy="213904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即图像本身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通过第一层的卷积，单元格可以感受到原始图像单元格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3*3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通过第二层的卷积，单元格可以感受到原始图像单元格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5*5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10222" y="2736502"/>
            <a:ext cx="4149932" cy="1384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输入图像感受野是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第一层的感受野是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第二层的感受野是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01700" y="5869562"/>
            <a:ext cx="1045210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随着网络加深，多个卷积层和池化层叠加起来，感受野不断扩大，最后就能整合更大范围的信息，用来识别物体整体语义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激活层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当卷积核扫过图像，算出一张特征图后，特征图上的每一个数字都会被送进激活层，经过一个数学函数的处理，然后再输出给下一层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比较主流的激活函数举例 </a:t>
            </a:r>
            <a:r>
              <a:rPr lang="en-US" altLang="zh-CN" dirty="0" err="1"/>
              <a:t>ReLU</a:t>
            </a:r>
            <a:r>
              <a:rPr lang="en-US" altLang="zh-CN" dirty="0"/>
              <a:t> 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863412"/>
            <a:ext cx="4059555" cy="27089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8737" y="6404292"/>
            <a:ext cx="3512557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卷积层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激活层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池化层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用一个“滑动窗口”在特征图上扫描，窗口扫到哪里，就对那里的数字做一个最简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单的统计操作，输出一个单一的数字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将卷积层提取出的特征图变小，同时尽可能保留最重要的特征信息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1233" y="2565400"/>
            <a:ext cx="4749970" cy="201665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8737" y="6404292"/>
            <a:ext cx="5169863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卷积层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激活层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池化层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池化层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575" y="3270205"/>
            <a:ext cx="6551711" cy="2373625"/>
          </a:xfrm>
          <a:prstGeom prst="rect">
            <a:avLst/>
          </a:prstGeom>
        </p:spPr>
      </p:pic>
      <p:sp>
        <p:nvSpPr>
          <p:cNvPr id="5" name="AutoShape 2" descr="飞书文档 - 图片"/>
          <p:cNvSpPr>
            <a:spLocks noGrp="1" noChangeAspect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池化方式：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最大池化：选出滑动窗口内</a:t>
            </a:r>
            <a:r>
              <a:rPr lang="zh-CN" altLang="en-US" b="1" dirty="0"/>
              <a:t>最大</a:t>
            </a:r>
            <a:r>
              <a:rPr lang="zh-CN" altLang="en-US" dirty="0"/>
              <a:t>的那个数字保留，丢弃其他数字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平均池化：将滑动窗口内的所有数值</a:t>
            </a:r>
            <a:r>
              <a:rPr lang="zh-CN" altLang="en-US" b="1" dirty="0"/>
              <a:t>取平均值</a:t>
            </a:r>
            <a:endParaRPr lang="en-US" altLang="zh-CN" b="1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作用：</a:t>
            </a:r>
            <a:endParaRPr lang="en-US" altLang="zh-CN" dirty="0"/>
          </a:p>
          <a:p>
            <a:r>
              <a:rPr lang="zh-CN" altLang="en-US" dirty="0"/>
              <a:t>降维和减负</a:t>
            </a:r>
            <a:endParaRPr lang="en-US" altLang="zh-CN" dirty="0"/>
          </a:p>
          <a:p>
            <a:r>
              <a:rPr lang="zh-CN" altLang="en-US" dirty="0"/>
              <a:t>提取主要特征、去除噪音</a:t>
            </a:r>
            <a:endParaRPr lang="zh-CN" altLang="en-US" dirty="0"/>
          </a:p>
          <a:p>
            <a:r>
              <a:rPr lang="zh-CN" altLang="en-US" dirty="0"/>
              <a:t>控制过拟合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38737" y="6404292"/>
            <a:ext cx="5169863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卷积层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激活层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池化层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39471" y="5299119"/>
            <a:ext cx="2043211" cy="24622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最大池化举例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全连接层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09105"/>
            <a:ext cx="10826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/>
              <a:t>需要将所有提取出的特征进行整合，把提取到的高层特征映射到类别空间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138737" y="6404292"/>
            <a:ext cx="8357563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卷积层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激活层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池化层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全连接层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输出层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75" y="2374222"/>
            <a:ext cx="10331450" cy="34499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CNN</a:t>
            </a:r>
            <a:r>
              <a:rPr lang="zh-CN" altLang="en-US" dirty="0"/>
              <a:t>的具体实例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801" y="1903518"/>
          <a:ext cx="11988800" cy="4240320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1994083"/>
                <a:gridCol w="2315596"/>
                <a:gridCol w="1557686"/>
                <a:gridCol w="3002014"/>
                <a:gridCol w="3119421"/>
              </a:tblGrid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网络名称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核心层数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激活函数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池化方式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核心突破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LeNet</a:t>
                      </a:r>
                      <a:endParaRPr lang="zh-CN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5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层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Sigmoid / Tanh</a:t>
                      </a:r>
                      <a:endParaRPr lang="en-US" altLang="zh-CN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平均池化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奠定了现代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CNN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的基础范式</a:t>
                      </a:r>
                      <a:endParaRPr lang="zh-CN" altLang="en-US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AlexNet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层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ReLU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最大池化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引入 </a:t>
                      </a:r>
                      <a:r>
                        <a:rPr lang="en-US" altLang="zh-CN" sz="1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ReLU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 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缓解梯度消失；引入 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Dropout 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防止过拟合</a:t>
                      </a:r>
                      <a:endParaRPr lang="zh-CN" altLang="en-US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VGGNet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16-19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层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ReLU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最大池化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彻底摒弃大尺寸卷积核，证明了“连续堆叠 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3x3 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小卷积核”在感受野和非线性表达上远优于单层大卷积</a:t>
                      </a:r>
                      <a:endParaRPr lang="zh-CN" altLang="en-US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ResNet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34-152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层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ReLU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最大池化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平均池化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br>
                        <a:rPr lang="zh-CN" alt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zh-CN" alt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引入残差连接（</a:t>
                      </a:r>
                      <a:r>
                        <a:rPr lang="en-US" altLang="zh-CN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Shortcut</a:t>
                      </a:r>
                      <a:r>
                        <a:rPr lang="zh-CN" altLang="en-US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）成功解决极深网络的退化问题</a:t>
                      </a:r>
                      <a:endParaRPr lang="zh-CN" altLang="en-US" sz="1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47" y="168847"/>
            <a:ext cx="10515600" cy="1325563"/>
          </a:xfrm>
        </p:spPr>
        <p:txBody>
          <a:bodyPr/>
          <a:lstStyle/>
          <a:p>
            <a:r>
              <a:rPr lang="en-US" altLang="zh-CN" dirty="0" err="1"/>
              <a:t>LeNet</a:t>
            </a:r>
            <a:r>
              <a:rPr lang="en-US" altLang="zh-CN" dirty="0"/>
              <a:t> </a:t>
            </a:r>
            <a:r>
              <a:rPr lang="zh-CN" altLang="en-US" dirty="0"/>
              <a:t>网络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139875" y="1456746"/>
            <a:ext cx="11140214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层卷积层：</a:t>
            </a:r>
            <a:r>
              <a:rPr lang="en-US" altLang="zh-CN" dirty="0"/>
              <a:t>C1 C3 C5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层池化层：</a:t>
            </a:r>
            <a:r>
              <a:rPr lang="en-US" altLang="zh-CN" dirty="0"/>
              <a:t>S2  S4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层全连接层：</a:t>
            </a:r>
            <a:r>
              <a:rPr lang="en-US" altLang="zh-CN" dirty="0"/>
              <a:t>F6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0661" y="971050"/>
            <a:ext cx="6525694" cy="1961274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39875" y="2927356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 fontScale="90000" lnSpcReduction="20000"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 Light" panose="02010600030101010101" charset="-122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9pPr>
          </a:lstStyle>
          <a:p>
            <a:br>
              <a:rPr lang="en-US" altLang="zh-CN" dirty="0"/>
            </a:br>
            <a:r>
              <a:rPr lang="en-US" altLang="zh-CN" dirty="0" err="1"/>
              <a:t>AlexNet</a:t>
            </a:r>
            <a:r>
              <a:rPr lang="en-US" altLang="zh-CN" dirty="0"/>
              <a:t> </a:t>
            </a:r>
            <a:r>
              <a:rPr lang="zh-CN" altLang="en-US" dirty="0"/>
              <a:t>网络</a:t>
            </a:r>
            <a:br>
              <a:rPr lang="en-US" altLang="zh-CN" b="1" dirty="0">
                <a:solidFill>
                  <a:srgbClr val="4F4F4F"/>
                </a:solidFill>
                <a:latin typeface="PingFang SC"/>
              </a:rPr>
            </a:br>
            <a:endParaRPr lang="zh-CN" altLang="en-US" dirty="0"/>
          </a:p>
        </p:txBody>
      </p:sp>
      <p:sp>
        <p:nvSpPr>
          <p:cNvPr id="7" name="文本占位符 3"/>
          <p:cNvSpPr txBox="1"/>
          <p:nvPr/>
        </p:nvSpPr>
        <p:spPr>
          <a:xfrm>
            <a:off x="139875" y="4167902"/>
            <a:ext cx="11140214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>
            <a:lvl1pPr marL="228600" marR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2pPr>
            <a:lvl3pPr marL="1234440" marR="0" indent="-32004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4pPr>
            <a:lvl5pPr marL="21844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zh-CN" altLang="en-US" dirty="0"/>
              <a:t>相对于</a:t>
            </a:r>
            <a:r>
              <a:rPr lang="en-US" altLang="zh-CN" dirty="0" err="1"/>
              <a:t>LeNet</a:t>
            </a:r>
            <a:r>
              <a:rPr lang="zh-CN" altLang="en-US" dirty="0"/>
              <a:t>，他增加了</a:t>
            </a:r>
            <a:r>
              <a:rPr lang="en-US" altLang="zh-CN" dirty="0" err="1"/>
              <a:t>ReLU</a:t>
            </a:r>
            <a:r>
              <a:rPr lang="zh-CN" altLang="en-US" dirty="0"/>
              <a:t>激活层和</a:t>
            </a:r>
            <a:r>
              <a:rPr lang="en-US" altLang="zh-CN" dirty="0"/>
              <a:t>Dropout</a:t>
            </a:r>
            <a:r>
              <a:rPr lang="zh-CN" altLang="en-US" dirty="0"/>
              <a:t>层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39875" y="4849336"/>
            <a:ext cx="8015189" cy="8925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包含了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个带权重的层（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个卷积层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+ 3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个全连接层）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第一个卷积层使用了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11*11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的大卷积核，感受野增大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184" y="3294380"/>
            <a:ext cx="4580816" cy="310991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VGGNet</a:t>
            </a:r>
            <a:r>
              <a:rPr lang="en-US" altLang="zh-CN" dirty="0"/>
              <a:t> </a:t>
            </a:r>
            <a:r>
              <a:rPr lang="zh-CN" altLang="en-US" dirty="0"/>
              <a:t>网络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4072" y="1868487"/>
            <a:ext cx="11140214" cy="2443501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核心要点：更深的网络结构，配合极小的卷积核，能取得比大卷积核好得多的效果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感受野等价：两个</a:t>
            </a:r>
            <a:r>
              <a:rPr lang="en-US" altLang="zh-CN" dirty="0"/>
              <a:t>3*3</a:t>
            </a:r>
            <a:r>
              <a:rPr lang="zh-CN" altLang="en-US" dirty="0"/>
              <a:t>的卷积层刚好等于一个</a:t>
            </a:r>
            <a:r>
              <a:rPr lang="en-US" altLang="zh-CN" dirty="0"/>
              <a:t>5*5</a:t>
            </a:r>
            <a:r>
              <a:rPr lang="zh-CN" altLang="en-US" dirty="0"/>
              <a:t>的卷积层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非线性表达能力更强：拟合复杂特征能力大幅度增强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参数量大幅度锐减：卷积核代替的方法可以让整体参数大幅度减少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6" name="AutoShape 4" descr="以灯箱形式呈现的所选图片。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171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656" y="3758690"/>
            <a:ext cx="4934426" cy="281463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943600" y="4381179"/>
            <a:ext cx="6098102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典型网络：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VGG-19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卷积层数量是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2+2+4+4+4 = 16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层，加上最后的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层全连接层，共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4544" y="74933"/>
            <a:ext cx="10515600" cy="1325563"/>
          </a:xfrm>
        </p:spPr>
        <p:txBody>
          <a:bodyPr/>
          <a:lstStyle/>
          <a:p>
            <a:r>
              <a:rPr lang="en-US" altLang="zh-CN" dirty="0" err="1"/>
              <a:t>ResNet</a:t>
            </a:r>
            <a:r>
              <a:rPr lang="en-US" altLang="zh-CN" dirty="0"/>
              <a:t>   </a:t>
            </a:r>
            <a:r>
              <a:rPr lang="zh-CN" altLang="en-US" sz="1600" dirty="0"/>
              <a:t>论文：</a:t>
            </a:r>
            <a:r>
              <a:rPr lang="en-US" altLang="zh-CN" sz="1600" dirty="0"/>
              <a:t>Deep Residual Learning for Image Recognition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4072" y="1868487"/>
            <a:ext cx="11140214" cy="4929604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 err="1"/>
              <a:t>ResNet</a:t>
            </a:r>
            <a:r>
              <a:rPr lang="en-US" altLang="zh-CN" b="1" dirty="0"/>
              <a:t> </a:t>
            </a:r>
            <a:r>
              <a:rPr lang="zh-CN" altLang="en-US" dirty="0"/>
              <a:t>利用了 </a:t>
            </a:r>
            <a:r>
              <a:rPr lang="en-US" altLang="zh-CN" b="1" dirty="0"/>
              <a:t>shortcut </a:t>
            </a:r>
            <a:r>
              <a:rPr lang="zh-CN" altLang="en-US" b="1" dirty="0"/>
              <a:t>短路连接</a:t>
            </a:r>
            <a:endParaRPr lang="en-US" altLang="zh-CN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解决了深度网络中模型退化的问题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相比普通网络每两层</a:t>
            </a:r>
            <a:r>
              <a:rPr lang="en-US" altLang="zh-CN" dirty="0"/>
              <a:t>/</a:t>
            </a:r>
            <a:r>
              <a:rPr lang="zh-CN" altLang="en-US" dirty="0"/>
              <a:t>三层之间增加了短路机制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通过残差学习使深层的网络发挥出作用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8798" y="3107324"/>
            <a:ext cx="2208350" cy="15139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853" y="3172097"/>
            <a:ext cx="2271412" cy="156365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2784" y="2450900"/>
            <a:ext cx="11824138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网络层数越深，训练误差越高，导致训练和测试效果变差，这一现象称为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退化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6356" y="1181938"/>
            <a:ext cx="11293216" cy="110799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梯度消失：若每一层的误差梯度小于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，反向传播时，网络越深，梯度越趋近于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b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梯度爆炸：若每一层的误差梯度大于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，反向传播时，网络越深，梯度越来越大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：梯度问题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707072" y="1893887"/>
            <a:ext cx="11140214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核心解决步骤：加入批量归一化层 </a:t>
            </a:r>
            <a:r>
              <a:rPr lang="en-US" altLang="zh-CN" b="1" dirty="0"/>
              <a:t>BN</a:t>
            </a:r>
            <a:r>
              <a:rPr lang="zh-CN" altLang="en-US" b="1" dirty="0"/>
              <a:t>（</a:t>
            </a:r>
            <a:r>
              <a:rPr lang="en-US" altLang="zh-CN" b="1" dirty="0"/>
              <a:t>Batch Normalization</a:t>
            </a:r>
            <a:r>
              <a:rPr lang="zh-CN" altLang="en-US" b="1" dirty="0"/>
              <a:t>）层</a:t>
            </a:r>
            <a:endParaRPr lang="en-US" altLang="zh-CN" b="1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数据预处理阶段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将输入图像的像素值变成</a:t>
            </a:r>
            <a:r>
              <a:rPr lang="zh-CN" altLang="en-US" b="1" dirty="0"/>
              <a:t>均值为 </a:t>
            </a:r>
            <a:r>
              <a:rPr lang="en-US" altLang="zh-CN" b="1" dirty="0"/>
              <a:t>0</a:t>
            </a:r>
            <a:r>
              <a:rPr lang="zh-CN" altLang="en-US" b="1" dirty="0"/>
              <a:t>，方差为 </a:t>
            </a:r>
            <a:r>
              <a:rPr lang="en-US" altLang="zh-CN" b="1" dirty="0"/>
              <a:t>1</a:t>
            </a:r>
            <a:r>
              <a:rPr lang="zh-CN" altLang="en-US" dirty="0"/>
              <a:t> 的分布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Batch Normalization </a:t>
            </a:r>
            <a:r>
              <a:rPr lang="zh-CN" altLang="en-US" dirty="0"/>
              <a:t>层的核心实现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计算当前批次的均值和方差 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强制标准化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缩放与平移</a:t>
            </a:r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5995988" y="4422696"/>
            <a:ext cx="651736" cy="1005075"/>
            <a:chOff x="5106988" y="4098579"/>
            <a:chExt cx="651736" cy="1005075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5106988" y="4098579"/>
            <a:ext cx="506412" cy="5466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64" name="Equation" r:id="rId1" imgW="155575" imgH="170180" progId="Equation.DSMT4">
                    <p:embed/>
                  </p:oleObj>
                </mc:Choice>
                <mc:Fallback>
                  <p:oleObj name="Equation" r:id="rId1" imgW="155575" imgH="170180" progId="Equation.DSMT4">
                    <p:embed/>
                    <p:pic>
                      <p:nvPicPr>
                        <p:cNvPr id="0" name="图片 721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106988" y="4098579"/>
                          <a:ext cx="506412" cy="5466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5106988" y="4448017"/>
            <a:ext cx="651736" cy="655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65" name="Equation" r:id="rId3" imgW="208915" imgH="208915" progId="Equation.DSMT4">
                    <p:embed/>
                  </p:oleObj>
                </mc:Choice>
                <mc:Fallback>
                  <p:oleObj name="Equation" r:id="rId3" imgW="208915" imgH="208915" progId="Equation.DSMT4">
                    <p:embed/>
                    <p:pic>
                      <p:nvPicPr>
                        <p:cNvPr id="0" name="图片 721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06988" y="4448017"/>
                          <a:ext cx="651736" cy="655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6607811" y="4279105"/>
            <a:ext cx="2437219" cy="1105459"/>
            <a:chOff x="6607811" y="4279105"/>
            <a:chExt cx="2437219" cy="1105459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/>
          </p:nvGraphicFramePr>
          <p:xfrm>
            <a:off x="7296423" y="4422696"/>
            <a:ext cx="1748607" cy="9618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66" name="Equation" r:id="rId5" imgW="793115" imgH="437515" progId="Equation.DSMT4">
                    <p:embed/>
                  </p:oleObj>
                </mc:Choice>
                <mc:Fallback>
                  <p:oleObj name="Equation" r:id="rId5" imgW="793115" imgH="437515" progId="Equation.DSMT4">
                    <p:embed/>
                    <p:pic>
                      <p:nvPicPr>
                        <p:cNvPr id="0" name="图片 721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296423" y="4422696"/>
                          <a:ext cx="1748607" cy="96186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箭头: 手杖形 26"/>
            <p:cNvSpPr/>
            <p:nvPr/>
          </p:nvSpPr>
          <p:spPr>
            <a:xfrm>
              <a:off x="6607811" y="4279105"/>
              <a:ext cx="1086576" cy="259556"/>
            </a:xfrm>
            <a:prstGeom prst="uturnArrow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816294" y="4224814"/>
            <a:ext cx="2565311" cy="958145"/>
            <a:chOff x="8816294" y="4224814"/>
            <a:chExt cx="2565311" cy="958145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9516293" y="4628317"/>
            <a:ext cx="1865312" cy="554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67" name="Equation" r:id="rId7" imgW="690880" imgH="208915" progId="Equation.DSMT4">
                    <p:embed/>
                  </p:oleObj>
                </mc:Choice>
                <mc:Fallback>
                  <p:oleObj name="Equation" r:id="rId7" imgW="690880" imgH="208915" progId="Equation.DSMT4">
                    <p:embed/>
                    <p:pic>
                      <p:nvPicPr>
                        <p:cNvPr id="0" name="图片 722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516293" y="4628317"/>
                          <a:ext cx="1865312" cy="55464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箭头: 手杖形 27"/>
            <p:cNvSpPr/>
            <p:nvPr/>
          </p:nvSpPr>
          <p:spPr>
            <a:xfrm>
              <a:off x="8816294" y="4224814"/>
              <a:ext cx="1086576" cy="259556"/>
            </a:xfrm>
            <a:prstGeom prst="uturnArrow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344714" y="5770761"/>
            <a:ext cx="12192000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梯度自然也就被限制在了合理的范围内，从根本上掐断了梯度爆炸或彻底消失的可能性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：退化问题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论文提出了 </a:t>
            </a:r>
            <a:r>
              <a:rPr lang="en-US" altLang="zh-CN" dirty="0"/>
              <a:t>residual </a:t>
            </a:r>
            <a:r>
              <a:rPr lang="zh-CN" altLang="en-US" dirty="0"/>
              <a:t>结构（残差结构）来减轻退化问题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人为地让神经网络某些层跳过下一层神经元的连接，隔层相连，弱化每层之间的强联系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这种神经网络被称为残差网络 </a:t>
            </a:r>
            <a:r>
              <a:rPr lang="en-US" altLang="zh-CN" dirty="0" err="1"/>
              <a:t>ResNets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090" y="3429000"/>
            <a:ext cx="4328968" cy="2766441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6584996" y="3085278"/>
            <a:ext cx="0" cy="109859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文本框 7"/>
          <p:cNvSpPr txBox="1"/>
          <p:nvPr/>
        </p:nvSpPr>
        <p:spPr>
          <a:xfrm>
            <a:off x="5733092" y="4361672"/>
            <a:ext cx="1703808" cy="49244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残差学习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残差学习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4072" y="1620695"/>
            <a:ext cx="11140214" cy="459913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残差：观测值        与估计值    之间的差值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深度网络的退化问题至少说明深度网络不容易训练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741378" y="1620695"/>
          <a:ext cx="672003" cy="415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" name="Equation" r:id="rId1" imgW="335915" imgH="208915" progId="Equation.DSMT4">
                  <p:embed/>
                </p:oleObj>
              </mc:Choice>
              <mc:Fallback>
                <p:oleObj name="Equation" r:id="rId1" imgW="335915" imgH="208915" progId="Equation.DSMT4">
                  <p:embed/>
                  <p:pic>
                    <p:nvPicPr>
                      <p:cNvPr id="0" name="图片 825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1378" y="1620695"/>
                        <a:ext cx="672003" cy="415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683249" y="1634193"/>
          <a:ext cx="361036" cy="36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" name="Equation" r:id="rId3" imgW="131445" imgH="131445" progId="Equation.DSMT4">
                  <p:embed/>
                </p:oleObj>
              </mc:Choice>
              <mc:Fallback>
                <p:oleObj name="Equation" r:id="rId3" imgW="131445" imgH="131445" progId="Equation.DSMT4">
                  <p:embed/>
                  <p:pic>
                    <p:nvPicPr>
                      <p:cNvPr id="0" name="图片 825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249" y="1634193"/>
                        <a:ext cx="361036" cy="36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15" y="3429000"/>
            <a:ext cx="5066672" cy="221220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98313" y="3120989"/>
            <a:ext cx="2177455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残差块的关键点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5091695" y="3552345"/>
            <a:ext cx="256558" cy="559166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9457081" y="2961545"/>
          <a:ext cx="2217095" cy="531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7" name="Equation" r:id="rId6" imgW="855980" imgH="208915" progId="Equation.DSMT4">
                  <p:embed/>
                </p:oleObj>
              </mc:Choice>
              <mc:Fallback>
                <p:oleObj name="Equation" r:id="rId6" imgW="855980" imgH="208915" progId="Equation.DSMT4">
                  <p:embed/>
                  <p:pic>
                    <p:nvPicPr>
                      <p:cNvPr id="0" name="图片 826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57081" y="2961545"/>
                        <a:ext cx="2217095" cy="531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431181" y="3674824"/>
            <a:ext cx="3451580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网络不会出现退化的问题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9566843" y="4304191"/>
          <a:ext cx="1786957" cy="792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" name="Equation" r:id="rId8" imgW="894715" imgH="398780" progId="Equation.DSMT4">
                  <p:embed/>
                </p:oleObj>
              </mc:Choice>
              <mc:Fallback>
                <p:oleObj name="Equation" r:id="rId8" imgW="894715" imgH="398780" progId="Equation.DSMT4">
                  <p:embed/>
                  <p:pic>
                    <p:nvPicPr>
                      <p:cNvPr id="0" name="图片 826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6843" y="4304191"/>
                        <a:ext cx="1786957" cy="7923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6839307" y="5196496"/>
            <a:ext cx="4996338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解决了深层网络中梯度消失的问题</a:t>
            </a:r>
            <a:endParaRPr lang="zh-CN" altLang="en-US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7665299" y="3031927"/>
            <a:ext cx="1901544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正向传播：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65299" y="4553599"/>
            <a:ext cx="1901544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反向传播：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ResNet</a:t>
            </a:r>
            <a:r>
              <a:rPr lang="en-US" altLang="zh-CN" dirty="0"/>
              <a:t> </a:t>
            </a:r>
            <a:r>
              <a:rPr lang="zh-CN" altLang="en-US" dirty="0"/>
              <a:t>网络结构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067" y="1272114"/>
            <a:ext cx="5630523" cy="215688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54097" y="6304201"/>
            <a:ext cx="6192483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优化：保持模型精度前提下减少了网络参数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734" y="4230688"/>
            <a:ext cx="11295143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参数个数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卷积核尺寸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卷积核深度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卷积核组数 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=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卷积核尺寸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输入特征矩阵深度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输出特征矩阵深度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4421" y="5139089"/>
            <a:ext cx="11321456" cy="8925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en-US" altLang="zh-CN" sz="2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BasicBlock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3*3*256*256+3*3*256*256=1179648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Bottleneck: 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1*1*256*64+3*3*64*64+1*1*256*64=69632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48097" y="3417246"/>
            <a:ext cx="2274231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BasicBlock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50339" y="3400777"/>
            <a:ext cx="2568872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Bottleneck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200" y="476738"/>
            <a:ext cx="3256557" cy="344811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125081" y="3014131"/>
            <a:ext cx="2228719" cy="11981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271085" y="3380048"/>
            <a:ext cx="2228719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保证维度相同！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4057650" y="2446337"/>
            <a:ext cx="7872186" cy="4351338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zh-CN" altLang="en-US" dirty="0"/>
              <a:t>改为 </a:t>
            </a:r>
            <a:r>
              <a:rPr lang="en-US" altLang="zh-CN" b="1" dirty="0"/>
              <a:t>7x7 </a:t>
            </a:r>
            <a:r>
              <a:rPr lang="zh-CN" altLang="en-US" b="1" dirty="0"/>
              <a:t>大卷积 </a:t>
            </a:r>
            <a:r>
              <a:rPr lang="en-US" altLang="zh-CN" b="1" dirty="0"/>
              <a:t>(</a:t>
            </a:r>
            <a:r>
              <a:rPr lang="zh-CN" altLang="en-US" b="1" dirty="0"/>
              <a:t>步长 </a:t>
            </a:r>
            <a:r>
              <a:rPr lang="en-US" altLang="zh-CN" b="1" dirty="0"/>
              <a:t>2) + 3x3 </a:t>
            </a:r>
            <a:r>
              <a:rPr lang="zh-CN" altLang="en-US" b="1" dirty="0"/>
              <a:t>最大池化 </a:t>
            </a:r>
            <a:r>
              <a:rPr lang="en-US" altLang="zh-CN" b="1" dirty="0"/>
              <a:t>(</a:t>
            </a:r>
            <a:r>
              <a:rPr lang="zh-CN" altLang="en-US" b="1" dirty="0"/>
              <a:t>步长 </a:t>
            </a:r>
            <a:r>
              <a:rPr lang="en-US" altLang="zh-CN" b="1" dirty="0"/>
              <a:t>2)</a:t>
            </a:r>
            <a:r>
              <a:rPr lang="zh-CN" altLang="en-US" dirty="0"/>
              <a:t>，瞬间将像素面积压缩</a:t>
            </a:r>
            <a:endParaRPr lang="en-US" altLang="zh-CN" dirty="0"/>
          </a:p>
          <a:p>
            <a:pPr>
              <a:spcAft>
                <a:spcPts val="1200"/>
              </a:spcAft>
            </a:pPr>
            <a:r>
              <a:rPr lang="zh-CN" altLang="en-US" dirty="0"/>
              <a:t>全面摒弃池化层，改为使用 </a:t>
            </a:r>
            <a:r>
              <a:rPr lang="zh-CN" altLang="en-US" b="1" dirty="0"/>
              <a:t>步长为 </a:t>
            </a:r>
            <a:r>
              <a:rPr lang="en-US" altLang="zh-CN" b="1" dirty="0"/>
              <a:t>2 </a:t>
            </a:r>
            <a:r>
              <a:rPr lang="zh-CN" altLang="en-US" b="1" dirty="0"/>
              <a:t>的 </a:t>
            </a:r>
            <a:r>
              <a:rPr lang="en-US" altLang="zh-CN" b="1" dirty="0"/>
              <a:t>3x3 </a:t>
            </a:r>
            <a:r>
              <a:rPr lang="zh-CN" altLang="en-US" b="1" dirty="0"/>
              <a:t>卷积 </a:t>
            </a:r>
            <a:r>
              <a:rPr lang="zh-CN" altLang="en-US" dirty="0"/>
              <a:t>，让网络自己学习如何压缩特征</a:t>
            </a:r>
            <a:endParaRPr lang="en-US" altLang="zh-CN" dirty="0"/>
          </a:p>
          <a:p>
            <a:pPr>
              <a:spcAft>
                <a:spcPts val="1200"/>
              </a:spcAft>
            </a:pPr>
            <a:r>
              <a:rPr lang="zh-CN" altLang="en-US" dirty="0"/>
              <a:t>最后引入 </a:t>
            </a:r>
            <a:r>
              <a:rPr lang="zh-CN" altLang="en-US" b="1" dirty="0"/>
              <a:t>全局平均池化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280" y="0"/>
            <a:ext cx="3247379" cy="685800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057650" y="185209"/>
            <a:ext cx="6129867" cy="1325563"/>
          </a:xfrm>
        </p:spPr>
        <p:txBody>
          <a:bodyPr/>
          <a:lstStyle/>
          <a:p>
            <a:r>
              <a:rPr lang="en-US" altLang="zh-CN" dirty="0" err="1"/>
              <a:t>ResNet</a:t>
            </a:r>
            <a:r>
              <a:rPr lang="en-US" altLang="zh-CN" dirty="0"/>
              <a:t> </a:t>
            </a:r>
            <a:r>
              <a:rPr lang="zh-CN" altLang="en-US" dirty="0"/>
              <a:t>网络结构具体实例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注意力机制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输入信息往往很多，不是每一部分都同样重要</a:t>
            </a:r>
            <a:endParaRPr lang="zh-CN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模型需要自动判断“该关注什么”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</a:t>
            </a:r>
            <a:r>
              <a:rPr lang="zh-CN" altLang="en-US" dirty="0"/>
              <a:t>注意力机制</a:t>
            </a:r>
            <a:endParaRPr lang="zh-CN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给重要信息更高权重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               动态地决定把目光聚焦在全局其他信息的哪些部分上</a:t>
            </a:r>
            <a:endParaRPr lang="zh-CN" altLang="en-US" dirty="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5683250" y="2559050"/>
            <a:ext cx="2133600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直接箭头连接符 10"/>
          <p:cNvCxnSpPr/>
          <p:nvPr/>
        </p:nvCxnSpPr>
        <p:spPr>
          <a:xfrm>
            <a:off x="7188200" y="2063750"/>
            <a:ext cx="628650" cy="43815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直接箭头连接符 12"/>
          <p:cNvCxnSpPr/>
          <p:nvPr/>
        </p:nvCxnSpPr>
        <p:spPr>
          <a:xfrm flipV="1">
            <a:off x="4635500" y="2616201"/>
            <a:ext cx="3181350" cy="400049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直接箭头连接符 15"/>
          <p:cNvCxnSpPr/>
          <p:nvPr/>
        </p:nvCxnSpPr>
        <p:spPr>
          <a:xfrm>
            <a:off x="8839200" y="2816225"/>
            <a:ext cx="0" cy="4984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文本框 16"/>
          <p:cNvSpPr txBox="1"/>
          <p:nvPr/>
        </p:nvSpPr>
        <p:spPr>
          <a:xfrm>
            <a:off x="917780" y="4109820"/>
            <a:ext cx="10972797" cy="175432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注意力机制可以看作是对每个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向量的一次“再定义”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词语本身的向量 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注意力机制 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一个同时融合了整句语义的向量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注意力机制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注意力机制主要使用“点积运算”，点积就是语义相似度的一种量化程度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Example</a:t>
            </a:r>
            <a:r>
              <a:rPr lang="zh-CN" altLang="en-US" dirty="0"/>
              <a:t>：</a:t>
            </a:r>
            <a:r>
              <a:rPr lang="en-US" altLang="zh-CN" dirty="0"/>
              <a:t>[ a, b ]</a:t>
            </a:r>
            <a:r>
              <a:rPr lang="zh-CN" altLang="en-US" dirty="0"/>
              <a:t>和</a:t>
            </a:r>
            <a:r>
              <a:rPr lang="en-US" altLang="zh-CN" dirty="0"/>
              <a:t>[ c , d ]</a:t>
            </a:r>
            <a:r>
              <a:rPr lang="zh-CN" altLang="en-US" dirty="0"/>
              <a:t>做点积</a:t>
            </a:r>
            <a:r>
              <a:rPr lang="en-US" altLang="zh-CN" dirty="0"/>
              <a:t>,</a:t>
            </a:r>
            <a:r>
              <a:rPr lang="zh-CN" altLang="en-US" dirty="0"/>
              <a:t>得到结果是</a:t>
            </a:r>
            <a:r>
              <a:rPr lang="en-US" altLang="zh-CN" dirty="0"/>
              <a:t>a*c + b*d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462" y="3341846"/>
            <a:ext cx="6583679" cy="8331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14400" y="4352765"/>
            <a:ext cx="11206130" cy="29546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我喜欢吃苹果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我 喜欢 吃 苹果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Embedding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模型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[0.6,0.7,0.2,0.5] 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我爱吃苹果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我 爱 吃 苹果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Embedding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模型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[0.5,0.8,0.3,0.4]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反映出模型认为它们表达的意思相近，向量方向相近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605452" y="4722097"/>
            <a:ext cx="1318895" cy="1477328"/>
            <a:chOff x="10605452" y="4722097"/>
            <a:chExt cx="1318895" cy="1477328"/>
          </a:xfrm>
        </p:grpSpPr>
        <p:grpSp>
          <p:nvGrpSpPr>
            <p:cNvPr id="11" name="组合 10"/>
            <p:cNvGrpSpPr/>
            <p:nvPr/>
          </p:nvGrpSpPr>
          <p:grpSpPr>
            <a:xfrm>
              <a:off x="10779125" y="5200650"/>
              <a:ext cx="971550" cy="998775"/>
              <a:chOff x="10779125" y="5200650"/>
              <a:chExt cx="971550" cy="998775"/>
            </a:xfrm>
          </p:grpSpPr>
          <p:cxnSp>
            <p:nvCxnSpPr>
              <p:cNvPr id="9" name="直接箭头连接符 8"/>
              <p:cNvCxnSpPr/>
              <p:nvPr/>
            </p:nvCxnSpPr>
            <p:spPr>
              <a:xfrm>
                <a:off x="11264900" y="5200650"/>
                <a:ext cx="0" cy="565150"/>
              </a:xfrm>
              <a:prstGeom prst="straightConnector1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miter lim="800000"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" name="文本框 9"/>
              <p:cNvSpPr txBox="1"/>
              <p:nvPr/>
            </p:nvSpPr>
            <p:spPr>
              <a:xfrm>
                <a:off x="10779125" y="5830093"/>
                <a:ext cx="971550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1.12</a:t>
                </a:r>
                <a:endPara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0605452" y="4722097"/>
              <a:ext cx="1318895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点积运算</a:t>
              </a:r>
              <a:endPara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注意力机制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>
          <a:xfrm>
            <a:off x="11080144" y="6987206"/>
            <a:ext cx="273657" cy="269241"/>
          </a:xfr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8200" y="1338765"/>
            <a:ext cx="11140214" cy="5154109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7304" y="2195541"/>
          <a:ext cx="11957392" cy="2752956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2527464"/>
                <a:gridCol w="9429928"/>
              </a:tblGrid>
              <a:tr h="6882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注意力参数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具体解释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882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查询参数</a:t>
                      </a: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Query</a:t>
                      </a:r>
                      <a:endParaRPr 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代表当前处理元素所询问或需要的信息表示，它定义了寻找的目标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882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键参数</a:t>
                      </a: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Key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代表输入序列中所有其他元素的可被检索的索引或标签，用于与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Query 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进行匹配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882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值参数</a:t>
                      </a: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Value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代表每个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Key 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所对应的、实际承载内容的“信息本体”，是最终被提取的对象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846591" y="-51422"/>
          <a:ext cx="5803588" cy="1273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4" name="Equation" r:id="rId2" imgW="2451100" imgH="539750" progId="Equation.DSMT4">
                  <p:embed/>
                </p:oleObj>
              </mc:Choice>
              <mc:Fallback>
                <p:oleObj name="Equation" r:id="rId2" imgW="2451100" imgH="539750" progId="Equation.DSMT4">
                  <p:embed/>
                  <p:pic>
                    <p:nvPicPr>
                      <p:cNvPr id="0" name="图片 528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46591" y="-51422"/>
                        <a:ext cx="5803588" cy="1273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81986" y="5111545"/>
          <a:ext cx="754031" cy="585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5" name="Equation" r:id="rId4" imgW="335915" imgH="233680" progId="Equation.DSMT4">
                  <p:embed/>
                </p:oleObj>
              </mc:Choice>
              <mc:Fallback>
                <p:oleObj name="Equation" r:id="rId4" imgW="335915" imgH="233680" progId="Equation.DSMT4">
                  <p:embed/>
                  <p:pic>
                    <p:nvPicPr>
                      <p:cNvPr id="0" name="图片 528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1986" y="5111545"/>
                        <a:ext cx="754031" cy="5852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箭头连接符 8"/>
          <p:cNvCxnSpPr/>
          <p:nvPr/>
        </p:nvCxnSpPr>
        <p:spPr>
          <a:xfrm>
            <a:off x="1563939" y="5436179"/>
            <a:ext cx="882869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021704" y="4960917"/>
          <a:ext cx="754031" cy="989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6" name="Equation" r:id="rId6" imgW="374650" imgH="491490" progId="Equation.DSMT4">
                  <p:embed/>
                </p:oleObj>
              </mc:Choice>
              <mc:Fallback>
                <p:oleObj name="Equation" r:id="rId6" imgW="374650" imgH="491490" progId="Equation.DSMT4">
                  <p:embed/>
                  <p:pic>
                    <p:nvPicPr>
                      <p:cNvPr id="0" name="图片 528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21704" y="4960917"/>
                        <a:ext cx="754031" cy="989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箭头连接符 11"/>
          <p:cNvCxnSpPr/>
          <p:nvPr/>
        </p:nvCxnSpPr>
        <p:spPr>
          <a:xfrm>
            <a:off x="4199932" y="5401214"/>
            <a:ext cx="927013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538791" y="4868486"/>
          <a:ext cx="2026070" cy="1053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" name="Equation" r:id="rId8" imgW="1035685" imgH="539750" progId="Equation.DSMT4">
                  <p:embed/>
                </p:oleObj>
              </mc:Choice>
              <mc:Fallback>
                <p:oleObj name="Equation" r:id="rId8" imgW="1035685" imgH="539750" progId="Equation.DSMT4">
                  <p:embed/>
                  <p:pic>
                    <p:nvPicPr>
                      <p:cNvPr id="0" name="图片 528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38791" y="4868486"/>
                        <a:ext cx="2026070" cy="1053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箭头连接符 14"/>
          <p:cNvCxnSpPr/>
          <p:nvPr/>
        </p:nvCxnSpPr>
        <p:spPr>
          <a:xfrm>
            <a:off x="7832309" y="5401214"/>
            <a:ext cx="838725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938481" y="4942393"/>
          <a:ext cx="1996481" cy="923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8" name="Equation" r:id="rId10" imgW="1162685" imgH="539750" progId="Equation.DSMT4">
                  <p:embed/>
                </p:oleObj>
              </mc:Choice>
              <mc:Fallback>
                <p:oleObj name="Equation" r:id="rId10" imgW="1162685" imgH="539750" progId="Equation.DSMT4">
                  <p:embed/>
                  <p:pic>
                    <p:nvPicPr>
                      <p:cNvPr id="0" name="图片 528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938481" y="4942393"/>
                        <a:ext cx="1996481" cy="923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17304" y="5999847"/>
            <a:ext cx="1692577" cy="73866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衡量两个向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量的相似度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739481" y="5963004"/>
            <a:ext cx="1692577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缩放点积注意力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656668" y="5963004"/>
            <a:ext cx="1868155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转化为百分比权重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21470" y="5896848"/>
            <a:ext cx="2328803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按比例吸取信息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898142" y="1411523"/>
          <a:ext cx="1530592" cy="619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9" name="Equation" r:id="rId12" imgW="603250" imgH="248285" progId="Equation.DSMT4">
                  <p:embed/>
                </p:oleObj>
              </mc:Choice>
              <mc:Fallback>
                <p:oleObj name="Equation" r:id="rId12" imgW="603250" imgH="248285" progId="Equation.DSMT4">
                  <p:embed/>
                  <p:pic>
                    <p:nvPicPr>
                      <p:cNvPr id="0" name="图片 528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898142" y="1411523"/>
                        <a:ext cx="1530592" cy="6190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140575" y="1426389"/>
          <a:ext cx="1500461" cy="552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" name="Equation" r:id="rId14" imgW="627380" imgH="233680" progId="Equation.DSMT4">
                  <p:embed/>
                </p:oleObj>
              </mc:Choice>
              <mc:Fallback>
                <p:oleObj name="Equation" r:id="rId14" imgW="627380" imgH="233680" progId="Equation.DSMT4">
                  <p:embed/>
                  <p:pic>
                    <p:nvPicPr>
                      <p:cNvPr id="0" name="图片 528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140575" y="1426389"/>
                        <a:ext cx="1500461" cy="552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8251671" y="1447596"/>
          <a:ext cx="1334354" cy="524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1" name="Equation" r:id="rId16" imgW="588645" imgH="233680" progId="Equation.DSMT4">
                  <p:embed/>
                </p:oleObj>
              </mc:Choice>
              <mc:Fallback>
                <p:oleObj name="Equation" r:id="rId16" imgW="588645" imgH="233680" progId="Equation.DSMT4">
                  <p:embed/>
                  <p:pic>
                    <p:nvPicPr>
                      <p:cNvPr id="0" name="图片 529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251671" y="1447596"/>
                        <a:ext cx="1334354" cy="5243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23304" y="0"/>
            <a:ext cx="6072696" cy="3444155"/>
            <a:chOff x="104040" y="537950"/>
            <a:chExt cx="7369088" cy="3782871"/>
          </a:xfrm>
        </p:grpSpPr>
        <p:grpSp>
          <p:nvGrpSpPr>
            <p:cNvPr id="436" name="组合 435"/>
            <p:cNvGrpSpPr/>
            <p:nvPr/>
          </p:nvGrpSpPr>
          <p:grpSpPr>
            <a:xfrm>
              <a:off x="3097855" y="1925871"/>
              <a:ext cx="1175657" cy="979713"/>
              <a:chOff x="3097855" y="1925871"/>
              <a:chExt cx="1175657" cy="979713"/>
            </a:xfrm>
          </p:grpSpPr>
          <p:grpSp>
            <p:nvGrpSpPr>
              <p:cNvPr id="13" name="图形 5"/>
              <p:cNvGrpSpPr/>
              <p:nvPr/>
            </p:nvGrpSpPr>
            <p:grpSpPr>
              <a:xfrm>
                <a:off x="3097855" y="1925871"/>
                <a:ext cx="1175657" cy="195942"/>
                <a:chOff x="3450771" y="1632857"/>
                <a:chExt cx="1175657" cy="195942"/>
              </a:xfrm>
              <a:solidFill>
                <a:schemeClr val="accent6">
                  <a:lumMod val="50000"/>
                </a:schemeClr>
              </a:solidFill>
            </p:grpSpPr>
            <p:sp>
              <p:nvSpPr>
                <p:cNvPr id="42" name="任意多边形: 形状 41"/>
                <p:cNvSpPr/>
                <p:nvPr/>
              </p:nvSpPr>
              <p:spPr>
                <a:xfrm>
                  <a:off x="3450771" y="1632857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250 h 195942"/>
                    <a:gd name="connsiteX1" fmla="*/ 196063 w 195942"/>
                    <a:gd name="connsiteY1" fmla="*/ 250 h 195942"/>
                    <a:gd name="connsiteX2" fmla="*/ 196063 w 195942"/>
                    <a:gd name="connsiteY2" fmla="*/ 196193 h 195942"/>
                    <a:gd name="connsiteX3" fmla="*/ 12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250"/>
                      </a:moveTo>
                      <a:lnTo>
                        <a:pt x="196063" y="250"/>
                      </a:lnTo>
                      <a:lnTo>
                        <a:pt x="196063" y="196193"/>
                      </a:lnTo>
                      <a:lnTo>
                        <a:pt x="12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43" name="任意多边形: 形状 42"/>
                <p:cNvSpPr/>
                <p:nvPr/>
              </p:nvSpPr>
              <p:spPr>
                <a:xfrm>
                  <a:off x="3646714" y="1632857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250 h 195942"/>
                    <a:gd name="connsiteX1" fmla="*/ 196093 w 195942"/>
                    <a:gd name="connsiteY1" fmla="*/ 250 h 195942"/>
                    <a:gd name="connsiteX2" fmla="*/ 196093 w 195942"/>
                    <a:gd name="connsiteY2" fmla="*/ 196193 h 195942"/>
                    <a:gd name="connsiteX3" fmla="*/ 15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250"/>
                      </a:moveTo>
                      <a:lnTo>
                        <a:pt x="196093" y="250"/>
                      </a:lnTo>
                      <a:lnTo>
                        <a:pt x="196093" y="196193"/>
                      </a:lnTo>
                      <a:lnTo>
                        <a:pt x="15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任意多边形: 形状 43"/>
                <p:cNvSpPr/>
                <p:nvPr/>
              </p:nvSpPr>
              <p:spPr>
                <a:xfrm>
                  <a:off x="3842657" y="1632857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250 h 195942"/>
                    <a:gd name="connsiteX1" fmla="*/ 196123 w 195942"/>
                    <a:gd name="connsiteY1" fmla="*/ 250 h 195942"/>
                    <a:gd name="connsiteX2" fmla="*/ 196123 w 195942"/>
                    <a:gd name="connsiteY2" fmla="*/ 196193 h 195942"/>
                    <a:gd name="connsiteX3" fmla="*/ 18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250"/>
                      </a:moveTo>
                      <a:lnTo>
                        <a:pt x="196123" y="250"/>
                      </a:lnTo>
                      <a:lnTo>
                        <a:pt x="196123" y="196193"/>
                      </a:lnTo>
                      <a:lnTo>
                        <a:pt x="18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任意多边形: 形状 44"/>
                <p:cNvSpPr/>
                <p:nvPr/>
              </p:nvSpPr>
              <p:spPr>
                <a:xfrm>
                  <a:off x="4038600" y="1632857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250 h 195942"/>
                    <a:gd name="connsiteX1" fmla="*/ 196153 w 195942"/>
                    <a:gd name="connsiteY1" fmla="*/ 250 h 195942"/>
                    <a:gd name="connsiteX2" fmla="*/ 196153 w 195942"/>
                    <a:gd name="connsiteY2" fmla="*/ 196193 h 195942"/>
                    <a:gd name="connsiteX3" fmla="*/ 21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250"/>
                      </a:moveTo>
                      <a:lnTo>
                        <a:pt x="196153" y="250"/>
                      </a:lnTo>
                      <a:lnTo>
                        <a:pt x="196153" y="196193"/>
                      </a:lnTo>
                      <a:lnTo>
                        <a:pt x="21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任意多边形: 形状 45"/>
                <p:cNvSpPr/>
                <p:nvPr/>
              </p:nvSpPr>
              <p:spPr>
                <a:xfrm>
                  <a:off x="4234542" y="1632857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250 h 195942"/>
                    <a:gd name="connsiteX1" fmla="*/ 196183 w 195942"/>
                    <a:gd name="connsiteY1" fmla="*/ 250 h 195942"/>
                    <a:gd name="connsiteX2" fmla="*/ 196183 w 195942"/>
                    <a:gd name="connsiteY2" fmla="*/ 196193 h 195942"/>
                    <a:gd name="connsiteX3" fmla="*/ 24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250"/>
                      </a:moveTo>
                      <a:lnTo>
                        <a:pt x="196183" y="250"/>
                      </a:lnTo>
                      <a:lnTo>
                        <a:pt x="196183" y="196193"/>
                      </a:lnTo>
                      <a:lnTo>
                        <a:pt x="24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任意多边形: 形状 46"/>
                <p:cNvSpPr/>
                <p:nvPr/>
              </p:nvSpPr>
              <p:spPr>
                <a:xfrm>
                  <a:off x="4430485" y="1632857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250 h 195942"/>
                    <a:gd name="connsiteX1" fmla="*/ 196213 w 195942"/>
                    <a:gd name="connsiteY1" fmla="*/ 250 h 195942"/>
                    <a:gd name="connsiteX2" fmla="*/ 196213 w 195942"/>
                    <a:gd name="connsiteY2" fmla="*/ 196193 h 195942"/>
                    <a:gd name="connsiteX3" fmla="*/ 27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250"/>
                      </a:moveTo>
                      <a:lnTo>
                        <a:pt x="196213" y="250"/>
                      </a:lnTo>
                      <a:lnTo>
                        <a:pt x="196213" y="196193"/>
                      </a:lnTo>
                      <a:lnTo>
                        <a:pt x="27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图形 5"/>
              <p:cNvGrpSpPr/>
              <p:nvPr/>
            </p:nvGrpSpPr>
            <p:grpSpPr>
              <a:xfrm>
                <a:off x="3097855" y="2121814"/>
                <a:ext cx="1175657" cy="195942"/>
                <a:chOff x="3450771" y="1828800"/>
                <a:chExt cx="1175657" cy="195942"/>
              </a:xfrm>
              <a:solidFill>
                <a:srgbClr val="000000"/>
              </a:solidFill>
            </p:grpSpPr>
            <p:sp>
              <p:nvSpPr>
                <p:cNvPr id="36" name="任意多边形: 形状 35"/>
                <p:cNvSpPr/>
                <p:nvPr/>
              </p:nvSpPr>
              <p:spPr>
                <a:xfrm>
                  <a:off x="3450771" y="1828800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280 h 195942"/>
                    <a:gd name="connsiteX1" fmla="*/ 196063 w 195942"/>
                    <a:gd name="connsiteY1" fmla="*/ 280 h 195942"/>
                    <a:gd name="connsiteX2" fmla="*/ 196063 w 195942"/>
                    <a:gd name="connsiteY2" fmla="*/ 196223 h 195942"/>
                    <a:gd name="connsiteX3" fmla="*/ 12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280"/>
                      </a:moveTo>
                      <a:lnTo>
                        <a:pt x="196063" y="280"/>
                      </a:lnTo>
                      <a:lnTo>
                        <a:pt x="196063" y="196223"/>
                      </a:lnTo>
                      <a:lnTo>
                        <a:pt x="12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任意多边形: 形状 36"/>
                <p:cNvSpPr/>
                <p:nvPr/>
              </p:nvSpPr>
              <p:spPr>
                <a:xfrm>
                  <a:off x="3646714" y="1828800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280 h 195942"/>
                    <a:gd name="connsiteX1" fmla="*/ 196093 w 195942"/>
                    <a:gd name="connsiteY1" fmla="*/ 280 h 195942"/>
                    <a:gd name="connsiteX2" fmla="*/ 196093 w 195942"/>
                    <a:gd name="connsiteY2" fmla="*/ 196223 h 195942"/>
                    <a:gd name="connsiteX3" fmla="*/ 15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280"/>
                      </a:moveTo>
                      <a:lnTo>
                        <a:pt x="196093" y="280"/>
                      </a:lnTo>
                      <a:lnTo>
                        <a:pt x="196093" y="196223"/>
                      </a:lnTo>
                      <a:lnTo>
                        <a:pt x="15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3842657" y="1828800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280 h 195942"/>
                    <a:gd name="connsiteX1" fmla="*/ 196123 w 195942"/>
                    <a:gd name="connsiteY1" fmla="*/ 280 h 195942"/>
                    <a:gd name="connsiteX2" fmla="*/ 196123 w 195942"/>
                    <a:gd name="connsiteY2" fmla="*/ 196223 h 195942"/>
                    <a:gd name="connsiteX3" fmla="*/ 18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280"/>
                      </a:moveTo>
                      <a:lnTo>
                        <a:pt x="196123" y="280"/>
                      </a:lnTo>
                      <a:lnTo>
                        <a:pt x="196123" y="196223"/>
                      </a:lnTo>
                      <a:lnTo>
                        <a:pt x="18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>
                <a:xfrm>
                  <a:off x="4038600" y="1828800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280 h 195942"/>
                    <a:gd name="connsiteX1" fmla="*/ 196153 w 195942"/>
                    <a:gd name="connsiteY1" fmla="*/ 280 h 195942"/>
                    <a:gd name="connsiteX2" fmla="*/ 196153 w 195942"/>
                    <a:gd name="connsiteY2" fmla="*/ 196223 h 195942"/>
                    <a:gd name="connsiteX3" fmla="*/ 21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280"/>
                      </a:moveTo>
                      <a:lnTo>
                        <a:pt x="196153" y="280"/>
                      </a:lnTo>
                      <a:lnTo>
                        <a:pt x="196153" y="196223"/>
                      </a:lnTo>
                      <a:lnTo>
                        <a:pt x="21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任意多边形: 形状 39"/>
                <p:cNvSpPr/>
                <p:nvPr/>
              </p:nvSpPr>
              <p:spPr>
                <a:xfrm>
                  <a:off x="4234542" y="1828800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280 h 195942"/>
                    <a:gd name="connsiteX1" fmla="*/ 196183 w 195942"/>
                    <a:gd name="connsiteY1" fmla="*/ 280 h 195942"/>
                    <a:gd name="connsiteX2" fmla="*/ 196183 w 195942"/>
                    <a:gd name="connsiteY2" fmla="*/ 196223 h 195942"/>
                    <a:gd name="connsiteX3" fmla="*/ 24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280"/>
                      </a:moveTo>
                      <a:lnTo>
                        <a:pt x="196183" y="280"/>
                      </a:lnTo>
                      <a:lnTo>
                        <a:pt x="196183" y="196223"/>
                      </a:lnTo>
                      <a:lnTo>
                        <a:pt x="24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任意多边形: 形状 40"/>
                <p:cNvSpPr/>
                <p:nvPr/>
              </p:nvSpPr>
              <p:spPr>
                <a:xfrm>
                  <a:off x="4430485" y="1828800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280 h 195942"/>
                    <a:gd name="connsiteX1" fmla="*/ 196213 w 195942"/>
                    <a:gd name="connsiteY1" fmla="*/ 280 h 195942"/>
                    <a:gd name="connsiteX2" fmla="*/ 196213 w 195942"/>
                    <a:gd name="connsiteY2" fmla="*/ 196223 h 195942"/>
                    <a:gd name="connsiteX3" fmla="*/ 27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280"/>
                      </a:moveTo>
                      <a:lnTo>
                        <a:pt x="196213" y="280"/>
                      </a:lnTo>
                      <a:lnTo>
                        <a:pt x="196213" y="196223"/>
                      </a:lnTo>
                      <a:lnTo>
                        <a:pt x="27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图形 5"/>
              <p:cNvGrpSpPr/>
              <p:nvPr/>
            </p:nvGrpSpPr>
            <p:grpSpPr>
              <a:xfrm>
                <a:off x="3097855" y="2317756"/>
                <a:ext cx="1175657" cy="195942"/>
                <a:chOff x="3450771" y="2024742"/>
                <a:chExt cx="1175657" cy="195942"/>
              </a:xfrm>
              <a:solidFill>
                <a:srgbClr val="000000"/>
              </a:solidFill>
            </p:grpSpPr>
            <p:sp>
              <p:nvSpPr>
                <p:cNvPr id="30" name="任意多边形: 形状 29"/>
                <p:cNvSpPr/>
                <p:nvPr/>
              </p:nvSpPr>
              <p:spPr>
                <a:xfrm>
                  <a:off x="3450771" y="2024742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10 h 195942"/>
                    <a:gd name="connsiteX1" fmla="*/ 196063 w 195942"/>
                    <a:gd name="connsiteY1" fmla="*/ 310 h 195942"/>
                    <a:gd name="connsiteX2" fmla="*/ 196063 w 195942"/>
                    <a:gd name="connsiteY2" fmla="*/ 196253 h 195942"/>
                    <a:gd name="connsiteX3" fmla="*/ 12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10"/>
                      </a:moveTo>
                      <a:lnTo>
                        <a:pt x="196063" y="310"/>
                      </a:lnTo>
                      <a:lnTo>
                        <a:pt x="196063" y="196253"/>
                      </a:lnTo>
                      <a:lnTo>
                        <a:pt x="12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任意多边形: 形状 30"/>
                <p:cNvSpPr/>
                <p:nvPr/>
              </p:nvSpPr>
              <p:spPr>
                <a:xfrm>
                  <a:off x="3646714" y="2024742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10 h 195942"/>
                    <a:gd name="connsiteX1" fmla="*/ 196093 w 195942"/>
                    <a:gd name="connsiteY1" fmla="*/ 310 h 195942"/>
                    <a:gd name="connsiteX2" fmla="*/ 196093 w 195942"/>
                    <a:gd name="connsiteY2" fmla="*/ 196253 h 195942"/>
                    <a:gd name="connsiteX3" fmla="*/ 15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10"/>
                      </a:moveTo>
                      <a:lnTo>
                        <a:pt x="196093" y="310"/>
                      </a:lnTo>
                      <a:lnTo>
                        <a:pt x="196093" y="196253"/>
                      </a:lnTo>
                      <a:lnTo>
                        <a:pt x="15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任意多边形: 形状 31"/>
                <p:cNvSpPr/>
                <p:nvPr/>
              </p:nvSpPr>
              <p:spPr>
                <a:xfrm>
                  <a:off x="3842657" y="2024742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10 h 195942"/>
                    <a:gd name="connsiteX1" fmla="*/ 196123 w 195942"/>
                    <a:gd name="connsiteY1" fmla="*/ 310 h 195942"/>
                    <a:gd name="connsiteX2" fmla="*/ 196123 w 195942"/>
                    <a:gd name="connsiteY2" fmla="*/ 196253 h 195942"/>
                    <a:gd name="connsiteX3" fmla="*/ 18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10"/>
                      </a:moveTo>
                      <a:lnTo>
                        <a:pt x="196123" y="310"/>
                      </a:lnTo>
                      <a:lnTo>
                        <a:pt x="196123" y="196253"/>
                      </a:lnTo>
                      <a:lnTo>
                        <a:pt x="18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4038600" y="2024742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10 h 195942"/>
                    <a:gd name="connsiteX1" fmla="*/ 196153 w 195942"/>
                    <a:gd name="connsiteY1" fmla="*/ 310 h 195942"/>
                    <a:gd name="connsiteX2" fmla="*/ 196153 w 195942"/>
                    <a:gd name="connsiteY2" fmla="*/ 196253 h 195942"/>
                    <a:gd name="connsiteX3" fmla="*/ 21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10"/>
                      </a:moveTo>
                      <a:lnTo>
                        <a:pt x="196153" y="310"/>
                      </a:lnTo>
                      <a:lnTo>
                        <a:pt x="196153" y="196253"/>
                      </a:lnTo>
                      <a:lnTo>
                        <a:pt x="21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任意多边形: 形状 33"/>
                <p:cNvSpPr/>
                <p:nvPr/>
              </p:nvSpPr>
              <p:spPr>
                <a:xfrm>
                  <a:off x="4234542" y="2024742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10 h 195942"/>
                    <a:gd name="connsiteX1" fmla="*/ 196183 w 195942"/>
                    <a:gd name="connsiteY1" fmla="*/ 310 h 195942"/>
                    <a:gd name="connsiteX2" fmla="*/ 196183 w 195942"/>
                    <a:gd name="connsiteY2" fmla="*/ 196253 h 195942"/>
                    <a:gd name="connsiteX3" fmla="*/ 24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10"/>
                      </a:moveTo>
                      <a:lnTo>
                        <a:pt x="196183" y="310"/>
                      </a:lnTo>
                      <a:lnTo>
                        <a:pt x="196183" y="196253"/>
                      </a:lnTo>
                      <a:lnTo>
                        <a:pt x="24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任意多边形: 形状 34"/>
                <p:cNvSpPr/>
                <p:nvPr/>
              </p:nvSpPr>
              <p:spPr>
                <a:xfrm>
                  <a:off x="4430485" y="2024742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10 h 195942"/>
                    <a:gd name="connsiteX1" fmla="*/ 196213 w 195942"/>
                    <a:gd name="connsiteY1" fmla="*/ 310 h 195942"/>
                    <a:gd name="connsiteX2" fmla="*/ 196213 w 195942"/>
                    <a:gd name="connsiteY2" fmla="*/ 196253 h 195942"/>
                    <a:gd name="connsiteX3" fmla="*/ 27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10"/>
                      </a:moveTo>
                      <a:lnTo>
                        <a:pt x="196213" y="310"/>
                      </a:lnTo>
                      <a:lnTo>
                        <a:pt x="196213" y="196253"/>
                      </a:lnTo>
                      <a:lnTo>
                        <a:pt x="27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图形 5"/>
              <p:cNvGrpSpPr/>
              <p:nvPr/>
            </p:nvGrpSpPr>
            <p:grpSpPr>
              <a:xfrm>
                <a:off x="3097855" y="2513699"/>
                <a:ext cx="1175657" cy="195942"/>
                <a:chOff x="3450771" y="2220685"/>
                <a:chExt cx="1175657" cy="195942"/>
              </a:xfrm>
              <a:solidFill>
                <a:srgbClr val="000000"/>
              </a:solidFill>
            </p:grpSpPr>
            <p:sp>
              <p:nvSpPr>
                <p:cNvPr id="24" name="任意多边形: 形状 23"/>
                <p:cNvSpPr/>
                <p:nvPr/>
              </p:nvSpPr>
              <p:spPr>
                <a:xfrm>
                  <a:off x="3450771" y="2220685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40 h 195942"/>
                    <a:gd name="connsiteX1" fmla="*/ 196063 w 195942"/>
                    <a:gd name="connsiteY1" fmla="*/ 340 h 195942"/>
                    <a:gd name="connsiteX2" fmla="*/ 196063 w 195942"/>
                    <a:gd name="connsiteY2" fmla="*/ 196283 h 195942"/>
                    <a:gd name="connsiteX3" fmla="*/ 12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40"/>
                      </a:moveTo>
                      <a:lnTo>
                        <a:pt x="196063" y="340"/>
                      </a:lnTo>
                      <a:lnTo>
                        <a:pt x="196063" y="196283"/>
                      </a:lnTo>
                      <a:lnTo>
                        <a:pt x="12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3646714" y="2220685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40 h 195942"/>
                    <a:gd name="connsiteX1" fmla="*/ 196093 w 195942"/>
                    <a:gd name="connsiteY1" fmla="*/ 340 h 195942"/>
                    <a:gd name="connsiteX2" fmla="*/ 196093 w 195942"/>
                    <a:gd name="connsiteY2" fmla="*/ 196283 h 195942"/>
                    <a:gd name="connsiteX3" fmla="*/ 15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40"/>
                      </a:moveTo>
                      <a:lnTo>
                        <a:pt x="196093" y="340"/>
                      </a:lnTo>
                      <a:lnTo>
                        <a:pt x="196093" y="196283"/>
                      </a:lnTo>
                      <a:lnTo>
                        <a:pt x="15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任意多边形: 形状 25"/>
                <p:cNvSpPr/>
                <p:nvPr/>
              </p:nvSpPr>
              <p:spPr>
                <a:xfrm>
                  <a:off x="3842657" y="2220685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40 h 195942"/>
                    <a:gd name="connsiteX1" fmla="*/ 196123 w 195942"/>
                    <a:gd name="connsiteY1" fmla="*/ 340 h 195942"/>
                    <a:gd name="connsiteX2" fmla="*/ 196123 w 195942"/>
                    <a:gd name="connsiteY2" fmla="*/ 196283 h 195942"/>
                    <a:gd name="connsiteX3" fmla="*/ 18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40"/>
                      </a:moveTo>
                      <a:lnTo>
                        <a:pt x="196123" y="340"/>
                      </a:lnTo>
                      <a:lnTo>
                        <a:pt x="196123" y="196283"/>
                      </a:lnTo>
                      <a:lnTo>
                        <a:pt x="18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任意多边形: 形状 26"/>
                <p:cNvSpPr/>
                <p:nvPr/>
              </p:nvSpPr>
              <p:spPr>
                <a:xfrm>
                  <a:off x="4038600" y="2220685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40 h 195942"/>
                    <a:gd name="connsiteX1" fmla="*/ 196153 w 195942"/>
                    <a:gd name="connsiteY1" fmla="*/ 340 h 195942"/>
                    <a:gd name="connsiteX2" fmla="*/ 196153 w 195942"/>
                    <a:gd name="connsiteY2" fmla="*/ 196283 h 195942"/>
                    <a:gd name="connsiteX3" fmla="*/ 21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40"/>
                      </a:moveTo>
                      <a:lnTo>
                        <a:pt x="196153" y="340"/>
                      </a:lnTo>
                      <a:lnTo>
                        <a:pt x="196153" y="196283"/>
                      </a:lnTo>
                      <a:lnTo>
                        <a:pt x="21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任意多边形: 形状 27"/>
                <p:cNvSpPr/>
                <p:nvPr/>
              </p:nvSpPr>
              <p:spPr>
                <a:xfrm>
                  <a:off x="4234542" y="2220685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40 h 195942"/>
                    <a:gd name="connsiteX1" fmla="*/ 196183 w 195942"/>
                    <a:gd name="connsiteY1" fmla="*/ 340 h 195942"/>
                    <a:gd name="connsiteX2" fmla="*/ 196183 w 195942"/>
                    <a:gd name="connsiteY2" fmla="*/ 196283 h 195942"/>
                    <a:gd name="connsiteX3" fmla="*/ 24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40"/>
                      </a:moveTo>
                      <a:lnTo>
                        <a:pt x="196183" y="340"/>
                      </a:lnTo>
                      <a:lnTo>
                        <a:pt x="196183" y="196283"/>
                      </a:lnTo>
                      <a:lnTo>
                        <a:pt x="24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4430485" y="2220685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40 h 195942"/>
                    <a:gd name="connsiteX1" fmla="*/ 196213 w 195942"/>
                    <a:gd name="connsiteY1" fmla="*/ 340 h 195942"/>
                    <a:gd name="connsiteX2" fmla="*/ 196213 w 195942"/>
                    <a:gd name="connsiteY2" fmla="*/ 196283 h 195942"/>
                    <a:gd name="connsiteX3" fmla="*/ 27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40"/>
                      </a:moveTo>
                      <a:lnTo>
                        <a:pt x="196213" y="340"/>
                      </a:lnTo>
                      <a:lnTo>
                        <a:pt x="196213" y="196283"/>
                      </a:lnTo>
                      <a:lnTo>
                        <a:pt x="27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图形 5"/>
              <p:cNvGrpSpPr/>
              <p:nvPr/>
            </p:nvGrpSpPr>
            <p:grpSpPr>
              <a:xfrm>
                <a:off x="3097855" y="2709642"/>
                <a:ext cx="1175657" cy="195942"/>
                <a:chOff x="3450771" y="2416628"/>
                <a:chExt cx="1175657" cy="195942"/>
              </a:xfrm>
              <a:solidFill>
                <a:srgbClr val="000000"/>
              </a:solidFill>
            </p:grpSpPr>
            <p:sp>
              <p:nvSpPr>
                <p:cNvPr id="18" name="任意多边形: 形状 17"/>
                <p:cNvSpPr/>
                <p:nvPr/>
              </p:nvSpPr>
              <p:spPr>
                <a:xfrm>
                  <a:off x="3450771" y="2416628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70 h 195942"/>
                    <a:gd name="connsiteX1" fmla="*/ 196063 w 195942"/>
                    <a:gd name="connsiteY1" fmla="*/ 370 h 195942"/>
                    <a:gd name="connsiteX2" fmla="*/ 196063 w 195942"/>
                    <a:gd name="connsiteY2" fmla="*/ 196313 h 195942"/>
                    <a:gd name="connsiteX3" fmla="*/ 12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70"/>
                      </a:moveTo>
                      <a:lnTo>
                        <a:pt x="196063" y="370"/>
                      </a:lnTo>
                      <a:lnTo>
                        <a:pt x="196063" y="196313"/>
                      </a:lnTo>
                      <a:lnTo>
                        <a:pt x="12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3646714" y="2416628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70 h 195942"/>
                    <a:gd name="connsiteX1" fmla="*/ 196093 w 195942"/>
                    <a:gd name="connsiteY1" fmla="*/ 370 h 195942"/>
                    <a:gd name="connsiteX2" fmla="*/ 196093 w 195942"/>
                    <a:gd name="connsiteY2" fmla="*/ 196313 h 195942"/>
                    <a:gd name="connsiteX3" fmla="*/ 15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70"/>
                      </a:moveTo>
                      <a:lnTo>
                        <a:pt x="196093" y="370"/>
                      </a:lnTo>
                      <a:lnTo>
                        <a:pt x="196093" y="196313"/>
                      </a:lnTo>
                      <a:lnTo>
                        <a:pt x="15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任意多边形: 形状 19"/>
                <p:cNvSpPr/>
                <p:nvPr/>
              </p:nvSpPr>
              <p:spPr>
                <a:xfrm>
                  <a:off x="3842657" y="2416628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70 h 195942"/>
                    <a:gd name="connsiteX1" fmla="*/ 196123 w 195942"/>
                    <a:gd name="connsiteY1" fmla="*/ 370 h 195942"/>
                    <a:gd name="connsiteX2" fmla="*/ 196123 w 195942"/>
                    <a:gd name="connsiteY2" fmla="*/ 196313 h 195942"/>
                    <a:gd name="connsiteX3" fmla="*/ 18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70"/>
                      </a:moveTo>
                      <a:lnTo>
                        <a:pt x="196123" y="370"/>
                      </a:lnTo>
                      <a:lnTo>
                        <a:pt x="196123" y="196313"/>
                      </a:lnTo>
                      <a:lnTo>
                        <a:pt x="18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4038600" y="2416628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70 h 195942"/>
                    <a:gd name="connsiteX1" fmla="*/ 196153 w 195942"/>
                    <a:gd name="connsiteY1" fmla="*/ 370 h 195942"/>
                    <a:gd name="connsiteX2" fmla="*/ 196153 w 195942"/>
                    <a:gd name="connsiteY2" fmla="*/ 196313 h 195942"/>
                    <a:gd name="connsiteX3" fmla="*/ 21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70"/>
                      </a:moveTo>
                      <a:lnTo>
                        <a:pt x="196153" y="370"/>
                      </a:lnTo>
                      <a:lnTo>
                        <a:pt x="196153" y="196313"/>
                      </a:lnTo>
                      <a:lnTo>
                        <a:pt x="21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4234542" y="2416628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70 h 195942"/>
                    <a:gd name="connsiteX1" fmla="*/ 196183 w 195942"/>
                    <a:gd name="connsiteY1" fmla="*/ 370 h 195942"/>
                    <a:gd name="connsiteX2" fmla="*/ 196183 w 195942"/>
                    <a:gd name="connsiteY2" fmla="*/ 196313 h 195942"/>
                    <a:gd name="connsiteX3" fmla="*/ 24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70"/>
                      </a:moveTo>
                      <a:lnTo>
                        <a:pt x="196183" y="370"/>
                      </a:lnTo>
                      <a:lnTo>
                        <a:pt x="196183" y="196313"/>
                      </a:lnTo>
                      <a:lnTo>
                        <a:pt x="24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任意多边形: 形状 22"/>
                <p:cNvSpPr/>
                <p:nvPr/>
              </p:nvSpPr>
              <p:spPr>
                <a:xfrm>
                  <a:off x="4430485" y="2416628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70 h 195942"/>
                    <a:gd name="connsiteX1" fmla="*/ 196213 w 195942"/>
                    <a:gd name="connsiteY1" fmla="*/ 370 h 195942"/>
                    <a:gd name="connsiteX2" fmla="*/ 196213 w 195942"/>
                    <a:gd name="connsiteY2" fmla="*/ 196313 h 195942"/>
                    <a:gd name="connsiteX3" fmla="*/ 27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70"/>
                      </a:moveTo>
                      <a:lnTo>
                        <a:pt x="196213" y="370"/>
                      </a:lnTo>
                      <a:lnTo>
                        <a:pt x="196213" y="196313"/>
                      </a:lnTo>
                      <a:lnTo>
                        <a:pt x="27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8" name="图形 5"/>
            <p:cNvGrpSpPr/>
            <p:nvPr/>
          </p:nvGrpSpPr>
          <p:grpSpPr>
            <a:xfrm>
              <a:off x="5253119" y="537950"/>
              <a:ext cx="783771" cy="1175656"/>
              <a:chOff x="5540828" y="261257"/>
              <a:chExt cx="783771" cy="1175656"/>
            </a:xfrm>
          </p:grpSpPr>
          <p:grpSp>
            <p:nvGrpSpPr>
              <p:cNvPr id="49" name="图形 5"/>
              <p:cNvGrpSpPr/>
              <p:nvPr/>
            </p:nvGrpSpPr>
            <p:grpSpPr>
              <a:xfrm>
                <a:off x="5540828" y="261257"/>
                <a:ext cx="783771" cy="1175656"/>
                <a:chOff x="5540828" y="261257"/>
                <a:chExt cx="783771" cy="1175656"/>
              </a:xfrm>
              <a:solidFill>
                <a:srgbClr val="000000"/>
              </a:solidFill>
            </p:grpSpPr>
            <p:sp>
              <p:nvSpPr>
                <p:cNvPr id="75" name="任意多边形: 形状 74"/>
                <p:cNvSpPr/>
                <p:nvPr/>
              </p:nvSpPr>
              <p:spPr>
                <a:xfrm>
                  <a:off x="5540828" y="261257"/>
                  <a:ext cx="195942" cy="1175656"/>
                </a:xfrm>
                <a:custGeom>
                  <a:avLst/>
                  <a:gdLst>
                    <a:gd name="connsiteX0" fmla="*/ 440 w 195942"/>
                    <a:gd name="connsiteY0" fmla="*/ 40 h 195942"/>
                    <a:gd name="connsiteX1" fmla="*/ 196383 w 195942"/>
                    <a:gd name="connsiteY1" fmla="*/ 40 h 195942"/>
                    <a:gd name="connsiteX2" fmla="*/ 196383 w 195942"/>
                    <a:gd name="connsiteY2" fmla="*/ 195983 h 195942"/>
                    <a:gd name="connsiteX3" fmla="*/ 44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40"/>
                      </a:moveTo>
                      <a:lnTo>
                        <a:pt x="196383" y="40"/>
                      </a:lnTo>
                      <a:lnTo>
                        <a:pt x="196383" y="195983"/>
                      </a:lnTo>
                      <a:lnTo>
                        <a:pt x="44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任意多边形: 形状 75"/>
                <p:cNvSpPr/>
                <p:nvPr/>
              </p:nvSpPr>
              <p:spPr>
                <a:xfrm>
                  <a:off x="5736771" y="261257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40 h 195942"/>
                    <a:gd name="connsiteX1" fmla="*/ 196413 w 195942"/>
                    <a:gd name="connsiteY1" fmla="*/ 40 h 195942"/>
                    <a:gd name="connsiteX2" fmla="*/ 196413 w 195942"/>
                    <a:gd name="connsiteY2" fmla="*/ 195983 h 195942"/>
                    <a:gd name="connsiteX3" fmla="*/ 47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40"/>
                      </a:moveTo>
                      <a:lnTo>
                        <a:pt x="196413" y="40"/>
                      </a:lnTo>
                      <a:lnTo>
                        <a:pt x="196413" y="195983"/>
                      </a:lnTo>
                      <a:lnTo>
                        <a:pt x="47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7" name="任意多边形: 形状 76"/>
                <p:cNvSpPr/>
                <p:nvPr/>
              </p:nvSpPr>
              <p:spPr>
                <a:xfrm>
                  <a:off x="5932714" y="261257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40 h 195942"/>
                    <a:gd name="connsiteX1" fmla="*/ 196443 w 195942"/>
                    <a:gd name="connsiteY1" fmla="*/ 40 h 195942"/>
                    <a:gd name="connsiteX2" fmla="*/ 196443 w 195942"/>
                    <a:gd name="connsiteY2" fmla="*/ 195983 h 195942"/>
                    <a:gd name="connsiteX3" fmla="*/ 50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40"/>
                      </a:moveTo>
                      <a:lnTo>
                        <a:pt x="196443" y="40"/>
                      </a:lnTo>
                      <a:lnTo>
                        <a:pt x="196443" y="195983"/>
                      </a:lnTo>
                      <a:lnTo>
                        <a:pt x="50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6128657" y="261257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40 h 195942"/>
                    <a:gd name="connsiteX1" fmla="*/ 196473 w 195942"/>
                    <a:gd name="connsiteY1" fmla="*/ 40 h 195942"/>
                    <a:gd name="connsiteX2" fmla="*/ 196473 w 195942"/>
                    <a:gd name="connsiteY2" fmla="*/ 195983 h 195942"/>
                    <a:gd name="connsiteX3" fmla="*/ 53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40"/>
                      </a:moveTo>
                      <a:lnTo>
                        <a:pt x="196473" y="40"/>
                      </a:lnTo>
                      <a:lnTo>
                        <a:pt x="196473" y="195983"/>
                      </a:lnTo>
                      <a:lnTo>
                        <a:pt x="53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图形 5"/>
              <p:cNvGrpSpPr/>
              <p:nvPr/>
            </p:nvGrpSpPr>
            <p:grpSpPr>
              <a:xfrm>
                <a:off x="5540828" y="457200"/>
                <a:ext cx="783771" cy="195942"/>
                <a:chOff x="5540828" y="457200"/>
                <a:chExt cx="783771" cy="195942"/>
              </a:xfrm>
              <a:solidFill>
                <a:srgbClr val="000000"/>
              </a:solidFill>
            </p:grpSpPr>
            <p:sp>
              <p:nvSpPr>
                <p:cNvPr id="71" name="任意多边形: 形状 70"/>
                <p:cNvSpPr/>
                <p:nvPr/>
              </p:nvSpPr>
              <p:spPr>
                <a:xfrm>
                  <a:off x="5540828" y="457200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70 h 195942"/>
                    <a:gd name="connsiteX1" fmla="*/ 196383 w 195942"/>
                    <a:gd name="connsiteY1" fmla="*/ 70 h 195942"/>
                    <a:gd name="connsiteX2" fmla="*/ 196383 w 195942"/>
                    <a:gd name="connsiteY2" fmla="*/ 196013 h 195942"/>
                    <a:gd name="connsiteX3" fmla="*/ 44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70"/>
                      </a:moveTo>
                      <a:lnTo>
                        <a:pt x="196383" y="70"/>
                      </a:lnTo>
                      <a:lnTo>
                        <a:pt x="196383" y="196013"/>
                      </a:lnTo>
                      <a:lnTo>
                        <a:pt x="44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任意多边形: 形状 71"/>
                <p:cNvSpPr/>
                <p:nvPr/>
              </p:nvSpPr>
              <p:spPr>
                <a:xfrm>
                  <a:off x="5736771" y="457200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70 h 195942"/>
                    <a:gd name="connsiteX1" fmla="*/ 196413 w 195942"/>
                    <a:gd name="connsiteY1" fmla="*/ 70 h 195942"/>
                    <a:gd name="connsiteX2" fmla="*/ 196413 w 195942"/>
                    <a:gd name="connsiteY2" fmla="*/ 196013 h 195942"/>
                    <a:gd name="connsiteX3" fmla="*/ 47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70"/>
                      </a:moveTo>
                      <a:lnTo>
                        <a:pt x="196413" y="70"/>
                      </a:lnTo>
                      <a:lnTo>
                        <a:pt x="196413" y="196013"/>
                      </a:lnTo>
                      <a:lnTo>
                        <a:pt x="47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5932714" y="457200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70 h 195942"/>
                    <a:gd name="connsiteX1" fmla="*/ 196443 w 195942"/>
                    <a:gd name="connsiteY1" fmla="*/ 70 h 195942"/>
                    <a:gd name="connsiteX2" fmla="*/ 196443 w 195942"/>
                    <a:gd name="connsiteY2" fmla="*/ 196013 h 195942"/>
                    <a:gd name="connsiteX3" fmla="*/ 50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70"/>
                      </a:moveTo>
                      <a:lnTo>
                        <a:pt x="196443" y="70"/>
                      </a:lnTo>
                      <a:lnTo>
                        <a:pt x="196443" y="196013"/>
                      </a:lnTo>
                      <a:lnTo>
                        <a:pt x="50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任意多边形: 形状 73"/>
                <p:cNvSpPr/>
                <p:nvPr/>
              </p:nvSpPr>
              <p:spPr>
                <a:xfrm>
                  <a:off x="6128657" y="457200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70 h 195942"/>
                    <a:gd name="connsiteX1" fmla="*/ 196473 w 195942"/>
                    <a:gd name="connsiteY1" fmla="*/ 70 h 195942"/>
                    <a:gd name="connsiteX2" fmla="*/ 196473 w 195942"/>
                    <a:gd name="connsiteY2" fmla="*/ 196013 h 195942"/>
                    <a:gd name="connsiteX3" fmla="*/ 53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70"/>
                      </a:moveTo>
                      <a:lnTo>
                        <a:pt x="196473" y="70"/>
                      </a:lnTo>
                      <a:lnTo>
                        <a:pt x="196473" y="196013"/>
                      </a:lnTo>
                      <a:lnTo>
                        <a:pt x="53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" name="图形 5"/>
              <p:cNvGrpSpPr/>
              <p:nvPr/>
            </p:nvGrpSpPr>
            <p:grpSpPr>
              <a:xfrm>
                <a:off x="5540828" y="653142"/>
                <a:ext cx="783771" cy="195942"/>
                <a:chOff x="5540828" y="653142"/>
                <a:chExt cx="783771" cy="195942"/>
              </a:xfrm>
              <a:solidFill>
                <a:srgbClr val="000000"/>
              </a:solidFill>
            </p:grpSpPr>
            <p:sp>
              <p:nvSpPr>
                <p:cNvPr id="67" name="任意多边形: 形状 66"/>
                <p:cNvSpPr/>
                <p:nvPr/>
              </p:nvSpPr>
              <p:spPr>
                <a:xfrm>
                  <a:off x="5540828" y="653142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00 h 195942"/>
                    <a:gd name="connsiteX1" fmla="*/ 196383 w 195942"/>
                    <a:gd name="connsiteY1" fmla="*/ 100 h 195942"/>
                    <a:gd name="connsiteX2" fmla="*/ 196383 w 195942"/>
                    <a:gd name="connsiteY2" fmla="*/ 196043 h 195942"/>
                    <a:gd name="connsiteX3" fmla="*/ 44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00"/>
                      </a:moveTo>
                      <a:lnTo>
                        <a:pt x="196383" y="100"/>
                      </a:lnTo>
                      <a:lnTo>
                        <a:pt x="196383" y="196043"/>
                      </a:lnTo>
                      <a:lnTo>
                        <a:pt x="44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任意多边形: 形状 67"/>
                <p:cNvSpPr/>
                <p:nvPr/>
              </p:nvSpPr>
              <p:spPr>
                <a:xfrm>
                  <a:off x="5736771" y="653142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00 h 195942"/>
                    <a:gd name="connsiteX1" fmla="*/ 196413 w 195942"/>
                    <a:gd name="connsiteY1" fmla="*/ 100 h 195942"/>
                    <a:gd name="connsiteX2" fmla="*/ 196413 w 195942"/>
                    <a:gd name="connsiteY2" fmla="*/ 196043 h 195942"/>
                    <a:gd name="connsiteX3" fmla="*/ 47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00"/>
                      </a:moveTo>
                      <a:lnTo>
                        <a:pt x="196413" y="100"/>
                      </a:lnTo>
                      <a:lnTo>
                        <a:pt x="196413" y="196043"/>
                      </a:lnTo>
                      <a:lnTo>
                        <a:pt x="47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5932714" y="653142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00 h 195942"/>
                    <a:gd name="connsiteX1" fmla="*/ 196443 w 195942"/>
                    <a:gd name="connsiteY1" fmla="*/ 100 h 195942"/>
                    <a:gd name="connsiteX2" fmla="*/ 196443 w 195942"/>
                    <a:gd name="connsiteY2" fmla="*/ 196043 h 195942"/>
                    <a:gd name="connsiteX3" fmla="*/ 50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00"/>
                      </a:moveTo>
                      <a:lnTo>
                        <a:pt x="196443" y="100"/>
                      </a:lnTo>
                      <a:lnTo>
                        <a:pt x="196443" y="196043"/>
                      </a:lnTo>
                      <a:lnTo>
                        <a:pt x="50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" name="任意多边形: 形状 69"/>
                <p:cNvSpPr/>
                <p:nvPr/>
              </p:nvSpPr>
              <p:spPr>
                <a:xfrm>
                  <a:off x="6128657" y="653142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00 h 195942"/>
                    <a:gd name="connsiteX1" fmla="*/ 196473 w 195942"/>
                    <a:gd name="connsiteY1" fmla="*/ 100 h 195942"/>
                    <a:gd name="connsiteX2" fmla="*/ 196473 w 195942"/>
                    <a:gd name="connsiteY2" fmla="*/ 196043 h 195942"/>
                    <a:gd name="connsiteX3" fmla="*/ 53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00"/>
                      </a:moveTo>
                      <a:lnTo>
                        <a:pt x="196473" y="100"/>
                      </a:lnTo>
                      <a:lnTo>
                        <a:pt x="196473" y="196043"/>
                      </a:lnTo>
                      <a:lnTo>
                        <a:pt x="53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图形 5"/>
              <p:cNvGrpSpPr/>
              <p:nvPr/>
            </p:nvGrpSpPr>
            <p:grpSpPr>
              <a:xfrm>
                <a:off x="5540828" y="849085"/>
                <a:ext cx="783771" cy="195942"/>
                <a:chOff x="5540828" y="849085"/>
                <a:chExt cx="783771" cy="195942"/>
              </a:xfrm>
              <a:solidFill>
                <a:srgbClr val="000000"/>
              </a:solidFill>
            </p:grpSpPr>
            <p:sp>
              <p:nvSpPr>
                <p:cNvPr id="63" name="任意多边形: 形状 62"/>
                <p:cNvSpPr/>
                <p:nvPr/>
              </p:nvSpPr>
              <p:spPr>
                <a:xfrm>
                  <a:off x="5540828" y="849085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30 h 195942"/>
                    <a:gd name="connsiteX1" fmla="*/ 196383 w 195942"/>
                    <a:gd name="connsiteY1" fmla="*/ 130 h 195942"/>
                    <a:gd name="connsiteX2" fmla="*/ 196383 w 195942"/>
                    <a:gd name="connsiteY2" fmla="*/ 196073 h 195942"/>
                    <a:gd name="connsiteX3" fmla="*/ 44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30"/>
                      </a:moveTo>
                      <a:lnTo>
                        <a:pt x="196383" y="130"/>
                      </a:lnTo>
                      <a:lnTo>
                        <a:pt x="196383" y="196073"/>
                      </a:lnTo>
                      <a:lnTo>
                        <a:pt x="44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5736771" y="849085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30 h 195942"/>
                    <a:gd name="connsiteX1" fmla="*/ 196413 w 195942"/>
                    <a:gd name="connsiteY1" fmla="*/ 130 h 195942"/>
                    <a:gd name="connsiteX2" fmla="*/ 196413 w 195942"/>
                    <a:gd name="connsiteY2" fmla="*/ 196073 h 195942"/>
                    <a:gd name="connsiteX3" fmla="*/ 47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30"/>
                      </a:moveTo>
                      <a:lnTo>
                        <a:pt x="196413" y="130"/>
                      </a:lnTo>
                      <a:lnTo>
                        <a:pt x="196413" y="196073"/>
                      </a:lnTo>
                      <a:lnTo>
                        <a:pt x="47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任意多边形: 形状 64"/>
                <p:cNvSpPr/>
                <p:nvPr/>
              </p:nvSpPr>
              <p:spPr>
                <a:xfrm>
                  <a:off x="5932714" y="849085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30 h 195942"/>
                    <a:gd name="connsiteX1" fmla="*/ 196443 w 195942"/>
                    <a:gd name="connsiteY1" fmla="*/ 130 h 195942"/>
                    <a:gd name="connsiteX2" fmla="*/ 196443 w 195942"/>
                    <a:gd name="connsiteY2" fmla="*/ 196073 h 195942"/>
                    <a:gd name="connsiteX3" fmla="*/ 50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30"/>
                      </a:moveTo>
                      <a:lnTo>
                        <a:pt x="196443" y="130"/>
                      </a:lnTo>
                      <a:lnTo>
                        <a:pt x="196443" y="196073"/>
                      </a:lnTo>
                      <a:lnTo>
                        <a:pt x="50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任意多边形: 形状 65"/>
                <p:cNvSpPr/>
                <p:nvPr/>
              </p:nvSpPr>
              <p:spPr>
                <a:xfrm>
                  <a:off x="6128657" y="849085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30 h 195942"/>
                    <a:gd name="connsiteX1" fmla="*/ 196473 w 195942"/>
                    <a:gd name="connsiteY1" fmla="*/ 130 h 195942"/>
                    <a:gd name="connsiteX2" fmla="*/ 196473 w 195942"/>
                    <a:gd name="connsiteY2" fmla="*/ 196073 h 195942"/>
                    <a:gd name="connsiteX3" fmla="*/ 53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30"/>
                      </a:moveTo>
                      <a:lnTo>
                        <a:pt x="196473" y="130"/>
                      </a:lnTo>
                      <a:lnTo>
                        <a:pt x="196473" y="196073"/>
                      </a:lnTo>
                      <a:lnTo>
                        <a:pt x="53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" name="图形 5"/>
              <p:cNvGrpSpPr/>
              <p:nvPr/>
            </p:nvGrpSpPr>
            <p:grpSpPr>
              <a:xfrm>
                <a:off x="5540828" y="1045028"/>
                <a:ext cx="783771" cy="195942"/>
                <a:chOff x="5540828" y="1045028"/>
                <a:chExt cx="783771" cy="195942"/>
              </a:xfrm>
              <a:solidFill>
                <a:srgbClr val="000000"/>
              </a:solidFill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5540828" y="1045028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60 h 195942"/>
                    <a:gd name="connsiteX1" fmla="*/ 196383 w 195942"/>
                    <a:gd name="connsiteY1" fmla="*/ 160 h 195942"/>
                    <a:gd name="connsiteX2" fmla="*/ 196383 w 195942"/>
                    <a:gd name="connsiteY2" fmla="*/ 196103 h 195942"/>
                    <a:gd name="connsiteX3" fmla="*/ 44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60"/>
                      </a:moveTo>
                      <a:lnTo>
                        <a:pt x="196383" y="160"/>
                      </a:lnTo>
                      <a:lnTo>
                        <a:pt x="196383" y="196103"/>
                      </a:lnTo>
                      <a:lnTo>
                        <a:pt x="44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5736771" y="1045028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60 h 195942"/>
                    <a:gd name="connsiteX1" fmla="*/ 196413 w 195942"/>
                    <a:gd name="connsiteY1" fmla="*/ 160 h 195942"/>
                    <a:gd name="connsiteX2" fmla="*/ 196413 w 195942"/>
                    <a:gd name="connsiteY2" fmla="*/ 196103 h 195942"/>
                    <a:gd name="connsiteX3" fmla="*/ 47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60"/>
                      </a:moveTo>
                      <a:lnTo>
                        <a:pt x="196413" y="160"/>
                      </a:lnTo>
                      <a:lnTo>
                        <a:pt x="196413" y="196103"/>
                      </a:lnTo>
                      <a:lnTo>
                        <a:pt x="47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/>
              </p:nvSpPr>
              <p:spPr>
                <a:xfrm>
                  <a:off x="5932714" y="1045028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60 h 195942"/>
                    <a:gd name="connsiteX1" fmla="*/ 196443 w 195942"/>
                    <a:gd name="connsiteY1" fmla="*/ 160 h 195942"/>
                    <a:gd name="connsiteX2" fmla="*/ 196443 w 195942"/>
                    <a:gd name="connsiteY2" fmla="*/ 196103 h 195942"/>
                    <a:gd name="connsiteX3" fmla="*/ 50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60"/>
                      </a:moveTo>
                      <a:lnTo>
                        <a:pt x="196443" y="160"/>
                      </a:lnTo>
                      <a:lnTo>
                        <a:pt x="196443" y="196103"/>
                      </a:lnTo>
                      <a:lnTo>
                        <a:pt x="50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6128657" y="1045028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60 h 195942"/>
                    <a:gd name="connsiteX1" fmla="*/ 196473 w 195942"/>
                    <a:gd name="connsiteY1" fmla="*/ 160 h 195942"/>
                    <a:gd name="connsiteX2" fmla="*/ 196473 w 195942"/>
                    <a:gd name="connsiteY2" fmla="*/ 196103 h 195942"/>
                    <a:gd name="connsiteX3" fmla="*/ 53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60"/>
                      </a:moveTo>
                      <a:lnTo>
                        <a:pt x="196473" y="160"/>
                      </a:lnTo>
                      <a:lnTo>
                        <a:pt x="196473" y="196103"/>
                      </a:lnTo>
                      <a:lnTo>
                        <a:pt x="53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" name="图形 5"/>
              <p:cNvGrpSpPr/>
              <p:nvPr/>
            </p:nvGrpSpPr>
            <p:grpSpPr>
              <a:xfrm>
                <a:off x="5540828" y="1240971"/>
                <a:ext cx="783771" cy="195942"/>
                <a:chOff x="5540828" y="1240971"/>
                <a:chExt cx="783771" cy="195942"/>
              </a:xfrm>
              <a:solidFill>
                <a:srgbClr val="000000"/>
              </a:solidFill>
            </p:grpSpPr>
            <p:sp>
              <p:nvSpPr>
                <p:cNvPr id="55" name="任意多边形: 形状 54"/>
                <p:cNvSpPr/>
                <p:nvPr/>
              </p:nvSpPr>
              <p:spPr>
                <a:xfrm>
                  <a:off x="5540828" y="1240971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90 h 195942"/>
                    <a:gd name="connsiteX1" fmla="*/ 196383 w 195942"/>
                    <a:gd name="connsiteY1" fmla="*/ 190 h 195942"/>
                    <a:gd name="connsiteX2" fmla="*/ 196383 w 195942"/>
                    <a:gd name="connsiteY2" fmla="*/ 196133 h 195942"/>
                    <a:gd name="connsiteX3" fmla="*/ 44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90"/>
                      </a:moveTo>
                      <a:lnTo>
                        <a:pt x="196383" y="190"/>
                      </a:lnTo>
                      <a:lnTo>
                        <a:pt x="196383" y="196133"/>
                      </a:lnTo>
                      <a:lnTo>
                        <a:pt x="44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5736771" y="1240971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90 h 195942"/>
                    <a:gd name="connsiteX1" fmla="*/ 196413 w 195942"/>
                    <a:gd name="connsiteY1" fmla="*/ 190 h 195942"/>
                    <a:gd name="connsiteX2" fmla="*/ 196413 w 195942"/>
                    <a:gd name="connsiteY2" fmla="*/ 196133 h 195942"/>
                    <a:gd name="connsiteX3" fmla="*/ 47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90"/>
                      </a:moveTo>
                      <a:lnTo>
                        <a:pt x="196413" y="190"/>
                      </a:lnTo>
                      <a:lnTo>
                        <a:pt x="196413" y="196133"/>
                      </a:lnTo>
                      <a:lnTo>
                        <a:pt x="47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5932714" y="1240971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90 h 195942"/>
                    <a:gd name="connsiteX1" fmla="*/ 196443 w 195942"/>
                    <a:gd name="connsiteY1" fmla="*/ 190 h 195942"/>
                    <a:gd name="connsiteX2" fmla="*/ 196443 w 195942"/>
                    <a:gd name="connsiteY2" fmla="*/ 196133 h 195942"/>
                    <a:gd name="connsiteX3" fmla="*/ 50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90"/>
                      </a:moveTo>
                      <a:lnTo>
                        <a:pt x="196443" y="190"/>
                      </a:lnTo>
                      <a:lnTo>
                        <a:pt x="196443" y="196133"/>
                      </a:lnTo>
                      <a:lnTo>
                        <a:pt x="50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6128657" y="1240971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90 h 195942"/>
                    <a:gd name="connsiteX1" fmla="*/ 196473 w 195942"/>
                    <a:gd name="connsiteY1" fmla="*/ 190 h 195942"/>
                    <a:gd name="connsiteX2" fmla="*/ 196473 w 195942"/>
                    <a:gd name="connsiteY2" fmla="*/ 196133 h 195942"/>
                    <a:gd name="connsiteX3" fmla="*/ 53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90"/>
                      </a:moveTo>
                      <a:lnTo>
                        <a:pt x="196473" y="190"/>
                      </a:lnTo>
                      <a:lnTo>
                        <a:pt x="196473" y="196133"/>
                      </a:lnTo>
                      <a:lnTo>
                        <a:pt x="53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9" name="图形 5"/>
            <p:cNvGrpSpPr/>
            <p:nvPr/>
          </p:nvGrpSpPr>
          <p:grpSpPr>
            <a:xfrm>
              <a:off x="5253118" y="1827900"/>
              <a:ext cx="783771" cy="1175656"/>
              <a:chOff x="5540828" y="261257"/>
              <a:chExt cx="783771" cy="1175656"/>
            </a:xfrm>
          </p:grpSpPr>
          <p:grpSp>
            <p:nvGrpSpPr>
              <p:cNvPr id="80" name="图形 5"/>
              <p:cNvGrpSpPr/>
              <p:nvPr/>
            </p:nvGrpSpPr>
            <p:grpSpPr>
              <a:xfrm>
                <a:off x="5540828" y="261257"/>
                <a:ext cx="783771" cy="1175656"/>
                <a:chOff x="5540828" y="261257"/>
                <a:chExt cx="783771" cy="1175656"/>
              </a:xfrm>
              <a:solidFill>
                <a:srgbClr val="000000"/>
              </a:solidFill>
            </p:grpSpPr>
            <p:sp>
              <p:nvSpPr>
                <p:cNvPr id="106" name="任意多边形: 形状 105"/>
                <p:cNvSpPr/>
                <p:nvPr/>
              </p:nvSpPr>
              <p:spPr>
                <a:xfrm>
                  <a:off x="5540828" y="261257"/>
                  <a:ext cx="195942" cy="1175656"/>
                </a:xfrm>
                <a:custGeom>
                  <a:avLst/>
                  <a:gdLst>
                    <a:gd name="connsiteX0" fmla="*/ 440 w 195942"/>
                    <a:gd name="connsiteY0" fmla="*/ 40 h 195942"/>
                    <a:gd name="connsiteX1" fmla="*/ 196383 w 195942"/>
                    <a:gd name="connsiteY1" fmla="*/ 40 h 195942"/>
                    <a:gd name="connsiteX2" fmla="*/ 196383 w 195942"/>
                    <a:gd name="connsiteY2" fmla="*/ 195983 h 195942"/>
                    <a:gd name="connsiteX3" fmla="*/ 44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40"/>
                      </a:moveTo>
                      <a:lnTo>
                        <a:pt x="196383" y="40"/>
                      </a:lnTo>
                      <a:lnTo>
                        <a:pt x="196383" y="195983"/>
                      </a:lnTo>
                      <a:lnTo>
                        <a:pt x="44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7" name="任意多边形: 形状 106"/>
                <p:cNvSpPr/>
                <p:nvPr/>
              </p:nvSpPr>
              <p:spPr>
                <a:xfrm>
                  <a:off x="5736771" y="261257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40 h 195942"/>
                    <a:gd name="connsiteX1" fmla="*/ 196413 w 195942"/>
                    <a:gd name="connsiteY1" fmla="*/ 40 h 195942"/>
                    <a:gd name="connsiteX2" fmla="*/ 196413 w 195942"/>
                    <a:gd name="connsiteY2" fmla="*/ 195983 h 195942"/>
                    <a:gd name="connsiteX3" fmla="*/ 47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40"/>
                      </a:moveTo>
                      <a:lnTo>
                        <a:pt x="196413" y="40"/>
                      </a:lnTo>
                      <a:lnTo>
                        <a:pt x="196413" y="195983"/>
                      </a:lnTo>
                      <a:lnTo>
                        <a:pt x="47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任意多边形: 形状 107"/>
                <p:cNvSpPr/>
                <p:nvPr/>
              </p:nvSpPr>
              <p:spPr>
                <a:xfrm>
                  <a:off x="5932714" y="261257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40 h 195942"/>
                    <a:gd name="connsiteX1" fmla="*/ 196443 w 195942"/>
                    <a:gd name="connsiteY1" fmla="*/ 40 h 195942"/>
                    <a:gd name="connsiteX2" fmla="*/ 196443 w 195942"/>
                    <a:gd name="connsiteY2" fmla="*/ 195983 h 195942"/>
                    <a:gd name="connsiteX3" fmla="*/ 50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40"/>
                      </a:moveTo>
                      <a:lnTo>
                        <a:pt x="196443" y="40"/>
                      </a:lnTo>
                      <a:lnTo>
                        <a:pt x="196443" y="195983"/>
                      </a:lnTo>
                      <a:lnTo>
                        <a:pt x="50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任意多边形: 形状 108"/>
                <p:cNvSpPr/>
                <p:nvPr/>
              </p:nvSpPr>
              <p:spPr>
                <a:xfrm>
                  <a:off x="6128657" y="261257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40 h 195942"/>
                    <a:gd name="connsiteX1" fmla="*/ 196473 w 195942"/>
                    <a:gd name="connsiteY1" fmla="*/ 40 h 195942"/>
                    <a:gd name="connsiteX2" fmla="*/ 196473 w 195942"/>
                    <a:gd name="connsiteY2" fmla="*/ 195983 h 195942"/>
                    <a:gd name="connsiteX3" fmla="*/ 53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40"/>
                      </a:moveTo>
                      <a:lnTo>
                        <a:pt x="196473" y="40"/>
                      </a:lnTo>
                      <a:lnTo>
                        <a:pt x="196473" y="195983"/>
                      </a:lnTo>
                      <a:lnTo>
                        <a:pt x="53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1" name="图形 5"/>
              <p:cNvGrpSpPr/>
              <p:nvPr/>
            </p:nvGrpSpPr>
            <p:grpSpPr>
              <a:xfrm>
                <a:off x="5540828" y="457200"/>
                <a:ext cx="783771" cy="195942"/>
                <a:chOff x="5540828" y="457200"/>
                <a:chExt cx="783771" cy="195942"/>
              </a:xfrm>
              <a:solidFill>
                <a:srgbClr val="000000"/>
              </a:solidFill>
            </p:grpSpPr>
            <p:sp>
              <p:nvSpPr>
                <p:cNvPr id="102" name="任意多边形: 形状 101"/>
                <p:cNvSpPr/>
                <p:nvPr/>
              </p:nvSpPr>
              <p:spPr>
                <a:xfrm>
                  <a:off x="5540828" y="457200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70 h 195942"/>
                    <a:gd name="connsiteX1" fmla="*/ 196383 w 195942"/>
                    <a:gd name="connsiteY1" fmla="*/ 70 h 195942"/>
                    <a:gd name="connsiteX2" fmla="*/ 196383 w 195942"/>
                    <a:gd name="connsiteY2" fmla="*/ 196013 h 195942"/>
                    <a:gd name="connsiteX3" fmla="*/ 44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70"/>
                      </a:moveTo>
                      <a:lnTo>
                        <a:pt x="196383" y="70"/>
                      </a:lnTo>
                      <a:lnTo>
                        <a:pt x="196383" y="196013"/>
                      </a:lnTo>
                      <a:lnTo>
                        <a:pt x="44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任意多边形: 形状 102"/>
                <p:cNvSpPr/>
                <p:nvPr/>
              </p:nvSpPr>
              <p:spPr>
                <a:xfrm>
                  <a:off x="5736771" y="457200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70 h 195942"/>
                    <a:gd name="connsiteX1" fmla="*/ 196413 w 195942"/>
                    <a:gd name="connsiteY1" fmla="*/ 70 h 195942"/>
                    <a:gd name="connsiteX2" fmla="*/ 196413 w 195942"/>
                    <a:gd name="connsiteY2" fmla="*/ 196013 h 195942"/>
                    <a:gd name="connsiteX3" fmla="*/ 47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70"/>
                      </a:moveTo>
                      <a:lnTo>
                        <a:pt x="196413" y="70"/>
                      </a:lnTo>
                      <a:lnTo>
                        <a:pt x="196413" y="196013"/>
                      </a:lnTo>
                      <a:lnTo>
                        <a:pt x="47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4" name="任意多边形: 形状 103"/>
                <p:cNvSpPr/>
                <p:nvPr/>
              </p:nvSpPr>
              <p:spPr>
                <a:xfrm>
                  <a:off x="5932714" y="457200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70 h 195942"/>
                    <a:gd name="connsiteX1" fmla="*/ 196443 w 195942"/>
                    <a:gd name="connsiteY1" fmla="*/ 70 h 195942"/>
                    <a:gd name="connsiteX2" fmla="*/ 196443 w 195942"/>
                    <a:gd name="connsiteY2" fmla="*/ 196013 h 195942"/>
                    <a:gd name="connsiteX3" fmla="*/ 50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70"/>
                      </a:moveTo>
                      <a:lnTo>
                        <a:pt x="196443" y="70"/>
                      </a:lnTo>
                      <a:lnTo>
                        <a:pt x="196443" y="196013"/>
                      </a:lnTo>
                      <a:lnTo>
                        <a:pt x="50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任意多边形: 形状 104"/>
                <p:cNvSpPr/>
                <p:nvPr/>
              </p:nvSpPr>
              <p:spPr>
                <a:xfrm>
                  <a:off x="6128657" y="457200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70 h 195942"/>
                    <a:gd name="connsiteX1" fmla="*/ 196473 w 195942"/>
                    <a:gd name="connsiteY1" fmla="*/ 70 h 195942"/>
                    <a:gd name="connsiteX2" fmla="*/ 196473 w 195942"/>
                    <a:gd name="connsiteY2" fmla="*/ 196013 h 195942"/>
                    <a:gd name="connsiteX3" fmla="*/ 53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70"/>
                      </a:moveTo>
                      <a:lnTo>
                        <a:pt x="196473" y="70"/>
                      </a:lnTo>
                      <a:lnTo>
                        <a:pt x="196473" y="196013"/>
                      </a:lnTo>
                      <a:lnTo>
                        <a:pt x="53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2" name="图形 5"/>
              <p:cNvGrpSpPr/>
              <p:nvPr/>
            </p:nvGrpSpPr>
            <p:grpSpPr>
              <a:xfrm>
                <a:off x="5540828" y="653142"/>
                <a:ext cx="783771" cy="195942"/>
                <a:chOff x="5540828" y="653142"/>
                <a:chExt cx="783771" cy="195942"/>
              </a:xfrm>
              <a:solidFill>
                <a:srgbClr val="000000"/>
              </a:solidFill>
            </p:grpSpPr>
            <p:sp>
              <p:nvSpPr>
                <p:cNvPr id="98" name="任意多边形: 形状 97"/>
                <p:cNvSpPr/>
                <p:nvPr/>
              </p:nvSpPr>
              <p:spPr>
                <a:xfrm>
                  <a:off x="5540828" y="653142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00 h 195942"/>
                    <a:gd name="connsiteX1" fmla="*/ 196383 w 195942"/>
                    <a:gd name="connsiteY1" fmla="*/ 100 h 195942"/>
                    <a:gd name="connsiteX2" fmla="*/ 196383 w 195942"/>
                    <a:gd name="connsiteY2" fmla="*/ 196043 h 195942"/>
                    <a:gd name="connsiteX3" fmla="*/ 44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00"/>
                      </a:moveTo>
                      <a:lnTo>
                        <a:pt x="196383" y="100"/>
                      </a:lnTo>
                      <a:lnTo>
                        <a:pt x="196383" y="196043"/>
                      </a:lnTo>
                      <a:lnTo>
                        <a:pt x="44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任意多边形: 形状 98"/>
                <p:cNvSpPr/>
                <p:nvPr/>
              </p:nvSpPr>
              <p:spPr>
                <a:xfrm>
                  <a:off x="5736771" y="653142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00 h 195942"/>
                    <a:gd name="connsiteX1" fmla="*/ 196413 w 195942"/>
                    <a:gd name="connsiteY1" fmla="*/ 100 h 195942"/>
                    <a:gd name="connsiteX2" fmla="*/ 196413 w 195942"/>
                    <a:gd name="connsiteY2" fmla="*/ 196043 h 195942"/>
                    <a:gd name="connsiteX3" fmla="*/ 47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00"/>
                      </a:moveTo>
                      <a:lnTo>
                        <a:pt x="196413" y="100"/>
                      </a:lnTo>
                      <a:lnTo>
                        <a:pt x="196413" y="196043"/>
                      </a:lnTo>
                      <a:lnTo>
                        <a:pt x="47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任意多边形: 形状 99"/>
                <p:cNvSpPr/>
                <p:nvPr/>
              </p:nvSpPr>
              <p:spPr>
                <a:xfrm>
                  <a:off x="5932714" y="653142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00 h 195942"/>
                    <a:gd name="connsiteX1" fmla="*/ 196443 w 195942"/>
                    <a:gd name="connsiteY1" fmla="*/ 100 h 195942"/>
                    <a:gd name="connsiteX2" fmla="*/ 196443 w 195942"/>
                    <a:gd name="connsiteY2" fmla="*/ 196043 h 195942"/>
                    <a:gd name="connsiteX3" fmla="*/ 50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00"/>
                      </a:moveTo>
                      <a:lnTo>
                        <a:pt x="196443" y="100"/>
                      </a:lnTo>
                      <a:lnTo>
                        <a:pt x="196443" y="196043"/>
                      </a:lnTo>
                      <a:lnTo>
                        <a:pt x="50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任意多边形: 形状 100"/>
                <p:cNvSpPr/>
                <p:nvPr/>
              </p:nvSpPr>
              <p:spPr>
                <a:xfrm>
                  <a:off x="6128657" y="653142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00 h 195942"/>
                    <a:gd name="connsiteX1" fmla="*/ 196473 w 195942"/>
                    <a:gd name="connsiteY1" fmla="*/ 100 h 195942"/>
                    <a:gd name="connsiteX2" fmla="*/ 196473 w 195942"/>
                    <a:gd name="connsiteY2" fmla="*/ 196043 h 195942"/>
                    <a:gd name="connsiteX3" fmla="*/ 53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00"/>
                      </a:moveTo>
                      <a:lnTo>
                        <a:pt x="196473" y="100"/>
                      </a:lnTo>
                      <a:lnTo>
                        <a:pt x="196473" y="196043"/>
                      </a:lnTo>
                      <a:lnTo>
                        <a:pt x="53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3" name="图形 5"/>
              <p:cNvGrpSpPr/>
              <p:nvPr/>
            </p:nvGrpSpPr>
            <p:grpSpPr>
              <a:xfrm>
                <a:off x="5540828" y="849085"/>
                <a:ext cx="783771" cy="195942"/>
                <a:chOff x="5540828" y="849085"/>
                <a:chExt cx="783771" cy="195942"/>
              </a:xfrm>
              <a:solidFill>
                <a:srgbClr val="000000"/>
              </a:solidFill>
            </p:grpSpPr>
            <p:sp>
              <p:nvSpPr>
                <p:cNvPr id="94" name="任意多边形: 形状 93"/>
                <p:cNvSpPr/>
                <p:nvPr/>
              </p:nvSpPr>
              <p:spPr>
                <a:xfrm>
                  <a:off x="5540828" y="849085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30 h 195942"/>
                    <a:gd name="connsiteX1" fmla="*/ 196383 w 195942"/>
                    <a:gd name="connsiteY1" fmla="*/ 130 h 195942"/>
                    <a:gd name="connsiteX2" fmla="*/ 196383 w 195942"/>
                    <a:gd name="connsiteY2" fmla="*/ 196073 h 195942"/>
                    <a:gd name="connsiteX3" fmla="*/ 44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30"/>
                      </a:moveTo>
                      <a:lnTo>
                        <a:pt x="196383" y="130"/>
                      </a:lnTo>
                      <a:lnTo>
                        <a:pt x="196383" y="196073"/>
                      </a:lnTo>
                      <a:lnTo>
                        <a:pt x="44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任意多边形: 形状 94"/>
                <p:cNvSpPr/>
                <p:nvPr/>
              </p:nvSpPr>
              <p:spPr>
                <a:xfrm>
                  <a:off x="5736771" y="849085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30 h 195942"/>
                    <a:gd name="connsiteX1" fmla="*/ 196413 w 195942"/>
                    <a:gd name="connsiteY1" fmla="*/ 130 h 195942"/>
                    <a:gd name="connsiteX2" fmla="*/ 196413 w 195942"/>
                    <a:gd name="connsiteY2" fmla="*/ 196073 h 195942"/>
                    <a:gd name="connsiteX3" fmla="*/ 47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30"/>
                      </a:moveTo>
                      <a:lnTo>
                        <a:pt x="196413" y="130"/>
                      </a:lnTo>
                      <a:lnTo>
                        <a:pt x="196413" y="196073"/>
                      </a:lnTo>
                      <a:lnTo>
                        <a:pt x="47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任意多边形: 形状 95"/>
                <p:cNvSpPr/>
                <p:nvPr/>
              </p:nvSpPr>
              <p:spPr>
                <a:xfrm>
                  <a:off x="5932714" y="849085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30 h 195942"/>
                    <a:gd name="connsiteX1" fmla="*/ 196443 w 195942"/>
                    <a:gd name="connsiteY1" fmla="*/ 130 h 195942"/>
                    <a:gd name="connsiteX2" fmla="*/ 196443 w 195942"/>
                    <a:gd name="connsiteY2" fmla="*/ 196073 h 195942"/>
                    <a:gd name="connsiteX3" fmla="*/ 50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30"/>
                      </a:moveTo>
                      <a:lnTo>
                        <a:pt x="196443" y="130"/>
                      </a:lnTo>
                      <a:lnTo>
                        <a:pt x="196443" y="196073"/>
                      </a:lnTo>
                      <a:lnTo>
                        <a:pt x="50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任意多边形: 形状 96"/>
                <p:cNvSpPr/>
                <p:nvPr/>
              </p:nvSpPr>
              <p:spPr>
                <a:xfrm>
                  <a:off x="6128657" y="849085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30 h 195942"/>
                    <a:gd name="connsiteX1" fmla="*/ 196473 w 195942"/>
                    <a:gd name="connsiteY1" fmla="*/ 130 h 195942"/>
                    <a:gd name="connsiteX2" fmla="*/ 196473 w 195942"/>
                    <a:gd name="connsiteY2" fmla="*/ 196073 h 195942"/>
                    <a:gd name="connsiteX3" fmla="*/ 53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30"/>
                      </a:moveTo>
                      <a:lnTo>
                        <a:pt x="196473" y="130"/>
                      </a:lnTo>
                      <a:lnTo>
                        <a:pt x="196473" y="196073"/>
                      </a:lnTo>
                      <a:lnTo>
                        <a:pt x="53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图形 5"/>
              <p:cNvGrpSpPr/>
              <p:nvPr/>
            </p:nvGrpSpPr>
            <p:grpSpPr>
              <a:xfrm>
                <a:off x="5540828" y="1045028"/>
                <a:ext cx="783771" cy="195942"/>
                <a:chOff x="5540828" y="1045028"/>
                <a:chExt cx="783771" cy="195942"/>
              </a:xfrm>
              <a:solidFill>
                <a:srgbClr val="000000"/>
              </a:solidFill>
            </p:grpSpPr>
            <p:sp>
              <p:nvSpPr>
                <p:cNvPr id="90" name="任意多边形: 形状 89"/>
                <p:cNvSpPr/>
                <p:nvPr/>
              </p:nvSpPr>
              <p:spPr>
                <a:xfrm>
                  <a:off x="5540828" y="1045028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60 h 195942"/>
                    <a:gd name="connsiteX1" fmla="*/ 196383 w 195942"/>
                    <a:gd name="connsiteY1" fmla="*/ 160 h 195942"/>
                    <a:gd name="connsiteX2" fmla="*/ 196383 w 195942"/>
                    <a:gd name="connsiteY2" fmla="*/ 196103 h 195942"/>
                    <a:gd name="connsiteX3" fmla="*/ 44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60"/>
                      </a:moveTo>
                      <a:lnTo>
                        <a:pt x="196383" y="160"/>
                      </a:lnTo>
                      <a:lnTo>
                        <a:pt x="196383" y="196103"/>
                      </a:lnTo>
                      <a:lnTo>
                        <a:pt x="44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任意多边形: 形状 90"/>
                <p:cNvSpPr/>
                <p:nvPr/>
              </p:nvSpPr>
              <p:spPr>
                <a:xfrm>
                  <a:off x="5736771" y="1045028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60 h 195942"/>
                    <a:gd name="connsiteX1" fmla="*/ 196413 w 195942"/>
                    <a:gd name="connsiteY1" fmla="*/ 160 h 195942"/>
                    <a:gd name="connsiteX2" fmla="*/ 196413 w 195942"/>
                    <a:gd name="connsiteY2" fmla="*/ 196103 h 195942"/>
                    <a:gd name="connsiteX3" fmla="*/ 47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60"/>
                      </a:moveTo>
                      <a:lnTo>
                        <a:pt x="196413" y="160"/>
                      </a:lnTo>
                      <a:lnTo>
                        <a:pt x="196413" y="196103"/>
                      </a:lnTo>
                      <a:lnTo>
                        <a:pt x="47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任意多边形: 形状 91"/>
                <p:cNvSpPr/>
                <p:nvPr/>
              </p:nvSpPr>
              <p:spPr>
                <a:xfrm>
                  <a:off x="5932714" y="1045028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60 h 195942"/>
                    <a:gd name="connsiteX1" fmla="*/ 196443 w 195942"/>
                    <a:gd name="connsiteY1" fmla="*/ 160 h 195942"/>
                    <a:gd name="connsiteX2" fmla="*/ 196443 w 195942"/>
                    <a:gd name="connsiteY2" fmla="*/ 196103 h 195942"/>
                    <a:gd name="connsiteX3" fmla="*/ 50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60"/>
                      </a:moveTo>
                      <a:lnTo>
                        <a:pt x="196443" y="160"/>
                      </a:lnTo>
                      <a:lnTo>
                        <a:pt x="196443" y="196103"/>
                      </a:lnTo>
                      <a:lnTo>
                        <a:pt x="50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" name="任意多边形: 形状 92"/>
                <p:cNvSpPr/>
                <p:nvPr/>
              </p:nvSpPr>
              <p:spPr>
                <a:xfrm>
                  <a:off x="6128657" y="1045028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60 h 195942"/>
                    <a:gd name="connsiteX1" fmla="*/ 196473 w 195942"/>
                    <a:gd name="connsiteY1" fmla="*/ 160 h 195942"/>
                    <a:gd name="connsiteX2" fmla="*/ 196473 w 195942"/>
                    <a:gd name="connsiteY2" fmla="*/ 196103 h 195942"/>
                    <a:gd name="connsiteX3" fmla="*/ 53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60"/>
                      </a:moveTo>
                      <a:lnTo>
                        <a:pt x="196473" y="160"/>
                      </a:lnTo>
                      <a:lnTo>
                        <a:pt x="196473" y="196103"/>
                      </a:lnTo>
                      <a:lnTo>
                        <a:pt x="53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5" name="图形 5"/>
              <p:cNvGrpSpPr/>
              <p:nvPr/>
            </p:nvGrpSpPr>
            <p:grpSpPr>
              <a:xfrm>
                <a:off x="5540828" y="1240971"/>
                <a:ext cx="783771" cy="195942"/>
                <a:chOff x="5540828" y="1240971"/>
                <a:chExt cx="783771" cy="195942"/>
              </a:xfrm>
              <a:solidFill>
                <a:srgbClr val="000000"/>
              </a:solidFill>
            </p:grpSpPr>
            <p:sp>
              <p:nvSpPr>
                <p:cNvPr id="86" name="任意多边形: 形状 85"/>
                <p:cNvSpPr/>
                <p:nvPr/>
              </p:nvSpPr>
              <p:spPr>
                <a:xfrm>
                  <a:off x="5540828" y="1240971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90 h 195942"/>
                    <a:gd name="connsiteX1" fmla="*/ 196383 w 195942"/>
                    <a:gd name="connsiteY1" fmla="*/ 190 h 195942"/>
                    <a:gd name="connsiteX2" fmla="*/ 196383 w 195942"/>
                    <a:gd name="connsiteY2" fmla="*/ 196133 h 195942"/>
                    <a:gd name="connsiteX3" fmla="*/ 44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90"/>
                      </a:moveTo>
                      <a:lnTo>
                        <a:pt x="196383" y="190"/>
                      </a:lnTo>
                      <a:lnTo>
                        <a:pt x="196383" y="196133"/>
                      </a:lnTo>
                      <a:lnTo>
                        <a:pt x="44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5736771" y="1240971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90 h 195942"/>
                    <a:gd name="connsiteX1" fmla="*/ 196413 w 195942"/>
                    <a:gd name="connsiteY1" fmla="*/ 190 h 195942"/>
                    <a:gd name="connsiteX2" fmla="*/ 196413 w 195942"/>
                    <a:gd name="connsiteY2" fmla="*/ 196133 h 195942"/>
                    <a:gd name="connsiteX3" fmla="*/ 47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90"/>
                      </a:moveTo>
                      <a:lnTo>
                        <a:pt x="196413" y="190"/>
                      </a:lnTo>
                      <a:lnTo>
                        <a:pt x="196413" y="196133"/>
                      </a:lnTo>
                      <a:lnTo>
                        <a:pt x="47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" name="任意多边形: 形状 87"/>
                <p:cNvSpPr/>
                <p:nvPr/>
              </p:nvSpPr>
              <p:spPr>
                <a:xfrm>
                  <a:off x="5932714" y="1240971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90 h 195942"/>
                    <a:gd name="connsiteX1" fmla="*/ 196443 w 195942"/>
                    <a:gd name="connsiteY1" fmla="*/ 190 h 195942"/>
                    <a:gd name="connsiteX2" fmla="*/ 196443 w 195942"/>
                    <a:gd name="connsiteY2" fmla="*/ 196133 h 195942"/>
                    <a:gd name="connsiteX3" fmla="*/ 50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90"/>
                      </a:moveTo>
                      <a:lnTo>
                        <a:pt x="196443" y="190"/>
                      </a:lnTo>
                      <a:lnTo>
                        <a:pt x="196443" y="196133"/>
                      </a:lnTo>
                      <a:lnTo>
                        <a:pt x="50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>
                  <a:off x="6128657" y="1240971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90 h 195942"/>
                    <a:gd name="connsiteX1" fmla="*/ 196473 w 195942"/>
                    <a:gd name="connsiteY1" fmla="*/ 190 h 195942"/>
                    <a:gd name="connsiteX2" fmla="*/ 196473 w 195942"/>
                    <a:gd name="connsiteY2" fmla="*/ 196133 h 195942"/>
                    <a:gd name="connsiteX3" fmla="*/ 53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90"/>
                      </a:moveTo>
                      <a:lnTo>
                        <a:pt x="196473" y="190"/>
                      </a:lnTo>
                      <a:lnTo>
                        <a:pt x="196473" y="196133"/>
                      </a:lnTo>
                      <a:lnTo>
                        <a:pt x="53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0" name="图形 5"/>
            <p:cNvGrpSpPr/>
            <p:nvPr/>
          </p:nvGrpSpPr>
          <p:grpSpPr>
            <a:xfrm>
              <a:off x="5253117" y="3122385"/>
              <a:ext cx="783771" cy="1175656"/>
              <a:chOff x="5540828" y="261257"/>
              <a:chExt cx="783771" cy="1175656"/>
            </a:xfrm>
          </p:grpSpPr>
          <p:grpSp>
            <p:nvGrpSpPr>
              <p:cNvPr id="111" name="图形 5"/>
              <p:cNvGrpSpPr/>
              <p:nvPr/>
            </p:nvGrpSpPr>
            <p:grpSpPr>
              <a:xfrm>
                <a:off x="5540828" y="261257"/>
                <a:ext cx="783771" cy="1175656"/>
                <a:chOff x="5540828" y="261257"/>
                <a:chExt cx="783771" cy="1175656"/>
              </a:xfrm>
              <a:solidFill>
                <a:srgbClr val="000000"/>
              </a:solidFill>
            </p:grpSpPr>
            <p:sp>
              <p:nvSpPr>
                <p:cNvPr id="137" name="任意多边形: 形状 136"/>
                <p:cNvSpPr/>
                <p:nvPr/>
              </p:nvSpPr>
              <p:spPr>
                <a:xfrm>
                  <a:off x="5540828" y="261257"/>
                  <a:ext cx="195942" cy="1175656"/>
                </a:xfrm>
                <a:custGeom>
                  <a:avLst/>
                  <a:gdLst>
                    <a:gd name="connsiteX0" fmla="*/ 440 w 195942"/>
                    <a:gd name="connsiteY0" fmla="*/ 40 h 195942"/>
                    <a:gd name="connsiteX1" fmla="*/ 196383 w 195942"/>
                    <a:gd name="connsiteY1" fmla="*/ 40 h 195942"/>
                    <a:gd name="connsiteX2" fmla="*/ 196383 w 195942"/>
                    <a:gd name="connsiteY2" fmla="*/ 195983 h 195942"/>
                    <a:gd name="connsiteX3" fmla="*/ 44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40"/>
                      </a:moveTo>
                      <a:lnTo>
                        <a:pt x="196383" y="40"/>
                      </a:lnTo>
                      <a:lnTo>
                        <a:pt x="196383" y="195983"/>
                      </a:lnTo>
                      <a:lnTo>
                        <a:pt x="44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8" name="任意多边形: 形状 137"/>
                <p:cNvSpPr/>
                <p:nvPr/>
              </p:nvSpPr>
              <p:spPr>
                <a:xfrm>
                  <a:off x="5736771" y="261257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40 h 195942"/>
                    <a:gd name="connsiteX1" fmla="*/ 196413 w 195942"/>
                    <a:gd name="connsiteY1" fmla="*/ 40 h 195942"/>
                    <a:gd name="connsiteX2" fmla="*/ 196413 w 195942"/>
                    <a:gd name="connsiteY2" fmla="*/ 195983 h 195942"/>
                    <a:gd name="connsiteX3" fmla="*/ 47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40"/>
                      </a:moveTo>
                      <a:lnTo>
                        <a:pt x="196413" y="40"/>
                      </a:lnTo>
                      <a:lnTo>
                        <a:pt x="196413" y="195983"/>
                      </a:lnTo>
                      <a:lnTo>
                        <a:pt x="47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" name="任意多边形: 形状 138"/>
                <p:cNvSpPr/>
                <p:nvPr/>
              </p:nvSpPr>
              <p:spPr>
                <a:xfrm>
                  <a:off x="5932714" y="261257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40 h 195942"/>
                    <a:gd name="connsiteX1" fmla="*/ 196443 w 195942"/>
                    <a:gd name="connsiteY1" fmla="*/ 40 h 195942"/>
                    <a:gd name="connsiteX2" fmla="*/ 196443 w 195942"/>
                    <a:gd name="connsiteY2" fmla="*/ 195983 h 195942"/>
                    <a:gd name="connsiteX3" fmla="*/ 50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40"/>
                      </a:moveTo>
                      <a:lnTo>
                        <a:pt x="196443" y="40"/>
                      </a:lnTo>
                      <a:lnTo>
                        <a:pt x="196443" y="195983"/>
                      </a:lnTo>
                      <a:lnTo>
                        <a:pt x="50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0" name="任意多边形: 形状 139"/>
                <p:cNvSpPr/>
                <p:nvPr/>
              </p:nvSpPr>
              <p:spPr>
                <a:xfrm>
                  <a:off x="6128657" y="261257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40 h 195942"/>
                    <a:gd name="connsiteX1" fmla="*/ 196473 w 195942"/>
                    <a:gd name="connsiteY1" fmla="*/ 40 h 195942"/>
                    <a:gd name="connsiteX2" fmla="*/ 196473 w 195942"/>
                    <a:gd name="connsiteY2" fmla="*/ 195983 h 195942"/>
                    <a:gd name="connsiteX3" fmla="*/ 530 w 195942"/>
                    <a:gd name="connsiteY3" fmla="*/ 1959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40"/>
                      </a:moveTo>
                      <a:lnTo>
                        <a:pt x="196473" y="40"/>
                      </a:lnTo>
                      <a:lnTo>
                        <a:pt x="196473" y="195983"/>
                      </a:lnTo>
                      <a:lnTo>
                        <a:pt x="530" y="1959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" name="图形 5"/>
              <p:cNvGrpSpPr/>
              <p:nvPr/>
            </p:nvGrpSpPr>
            <p:grpSpPr>
              <a:xfrm>
                <a:off x="5540828" y="457200"/>
                <a:ext cx="783771" cy="195942"/>
                <a:chOff x="5540828" y="457200"/>
                <a:chExt cx="783771" cy="195942"/>
              </a:xfrm>
              <a:solidFill>
                <a:srgbClr val="000000"/>
              </a:solidFill>
            </p:grpSpPr>
            <p:sp>
              <p:nvSpPr>
                <p:cNvPr id="133" name="任意多边形: 形状 132"/>
                <p:cNvSpPr/>
                <p:nvPr/>
              </p:nvSpPr>
              <p:spPr>
                <a:xfrm>
                  <a:off x="5540828" y="457200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70 h 195942"/>
                    <a:gd name="connsiteX1" fmla="*/ 196383 w 195942"/>
                    <a:gd name="connsiteY1" fmla="*/ 70 h 195942"/>
                    <a:gd name="connsiteX2" fmla="*/ 196383 w 195942"/>
                    <a:gd name="connsiteY2" fmla="*/ 196013 h 195942"/>
                    <a:gd name="connsiteX3" fmla="*/ 44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70"/>
                      </a:moveTo>
                      <a:lnTo>
                        <a:pt x="196383" y="70"/>
                      </a:lnTo>
                      <a:lnTo>
                        <a:pt x="196383" y="196013"/>
                      </a:lnTo>
                      <a:lnTo>
                        <a:pt x="44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4" name="任意多边形: 形状 133"/>
                <p:cNvSpPr/>
                <p:nvPr/>
              </p:nvSpPr>
              <p:spPr>
                <a:xfrm>
                  <a:off x="5736771" y="457200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70 h 195942"/>
                    <a:gd name="connsiteX1" fmla="*/ 196413 w 195942"/>
                    <a:gd name="connsiteY1" fmla="*/ 70 h 195942"/>
                    <a:gd name="connsiteX2" fmla="*/ 196413 w 195942"/>
                    <a:gd name="connsiteY2" fmla="*/ 196013 h 195942"/>
                    <a:gd name="connsiteX3" fmla="*/ 47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70"/>
                      </a:moveTo>
                      <a:lnTo>
                        <a:pt x="196413" y="70"/>
                      </a:lnTo>
                      <a:lnTo>
                        <a:pt x="196413" y="196013"/>
                      </a:lnTo>
                      <a:lnTo>
                        <a:pt x="47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5" name="任意多边形: 形状 134"/>
                <p:cNvSpPr/>
                <p:nvPr/>
              </p:nvSpPr>
              <p:spPr>
                <a:xfrm>
                  <a:off x="5932714" y="457200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70 h 195942"/>
                    <a:gd name="connsiteX1" fmla="*/ 196443 w 195942"/>
                    <a:gd name="connsiteY1" fmla="*/ 70 h 195942"/>
                    <a:gd name="connsiteX2" fmla="*/ 196443 w 195942"/>
                    <a:gd name="connsiteY2" fmla="*/ 196013 h 195942"/>
                    <a:gd name="connsiteX3" fmla="*/ 50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70"/>
                      </a:moveTo>
                      <a:lnTo>
                        <a:pt x="196443" y="70"/>
                      </a:lnTo>
                      <a:lnTo>
                        <a:pt x="196443" y="196013"/>
                      </a:lnTo>
                      <a:lnTo>
                        <a:pt x="50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6" name="任意多边形: 形状 135"/>
                <p:cNvSpPr/>
                <p:nvPr/>
              </p:nvSpPr>
              <p:spPr>
                <a:xfrm>
                  <a:off x="6128657" y="457200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70 h 195942"/>
                    <a:gd name="connsiteX1" fmla="*/ 196473 w 195942"/>
                    <a:gd name="connsiteY1" fmla="*/ 70 h 195942"/>
                    <a:gd name="connsiteX2" fmla="*/ 196473 w 195942"/>
                    <a:gd name="connsiteY2" fmla="*/ 196013 h 195942"/>
                    <a:gd name="connsiteX3" fmla="*/ 53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70"/>
                      </a:moveTo>
                      <a:lnTo>
                        <a:pt x="196473" y="70"/>
                      </a:lnTo>
                      <a:lnTo>
                        <a:pt x="196473" y="196013"/>
                      </a:lnTo>
                      <a:lnTo>
                        <a:pt x="530" y="1960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" name="图形 5"/>
              <p:cNvGrpSpPr/>
              <p:nvPr/>
            </p:nvGrpSpPr>
            <p:grpSpPr>
              <a:xfrm>
                <a:off x="5540828" y="653142"/>
                <a:ext cx="783771" cy="195942"/>
                <a:chOff x="5540828" y="653142"/>
                <a:chExt cx="783771" cy="195942"/>
              </a:xfrm>
              <a:solidFill>
                <a:srgbClr val="000000"/>
              </a:solidFill>
            </p:grpSpPr>
            <p:sp>
              <p:nvSpPr>
                <p:cNvPr id="129" name="任意多边形: 形状 128"/>
                <p:cNvSpPr/>
                <p:nvPr/>
              </p:nvSpPr>
              <p:spPr>
                <a:xfrm>
                  <a:off x="5540828" y="653142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00 h 195942"/>
                    <a:gd name="connsiteX1" fmla="*/ 196383 w 195942"/>
                    <a:gd name="connsiteY1" fmla="*/ 100 h 195942"/>
                    <a:gd name="connsiteX2" fmla="*/ 196383 w 195942"/>
                    <a:gd name="connsiteY2" fmla="*/ 196043 h 195942"/>
                    <a:gd name="connsiteX3" fmla="*/ 44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00"/>
                      </a:moveTo>
                      <a:lnTo>
                        <a:pt x="196383" y="100"/>
                      </a:lnTo>
                      <a:lnTo>
                        <a:pt x="196383" y="196043"/>
                      </a:lnTo>
                      <a:lnTo>
                        <a:pt x="44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0" name="任意多边形: 形状 129"/>
                <p:cNvSpPr/>
                <p:nvPr/>
              </p:nvSpPr>
              <p:spPr>
                <a:xfrm>
                  <a:off x="5736771" y="653142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00 h 195942"/>
                    <a:gd name="connsiteX1" fmla="*/ 196413 w 195942"/>
                    <a:gd name="connsiteY1" fmla="*/ 100 h 195942"/>
                    <a:gd name="connsiteX2" fmla="*/ 196413 w 195942"/>
                    <a:gd name="connsiteY2" fmla="*/ 196043 h 195942"/>
                    <a:gd name="connsiteX3" fmla="*/ 47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00"/>
                      </a:moveTo>
                      <a:lnTo>
                        <a:pt x="196413" y="100"/>
                      </a:lnTo>
                      <a:lnTo>
                        <a:pt x="196413" y="196043"/>
                      </a:lnTo>
                      <a:lnTo>
                        <a:pt x="47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1" name="任意多边形: 形状 130"/>
                <p:cNvSpPr/>
                <p:nvPr/>
              </p:nvSpPr>
              <p:spPr>
                <a:xfrm>
                  <a:off x="5932714" y="653142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00 h 195942"/>
                    <a:gd name="connsiteX1" fmla="*/ 196443 w 195942"/>
                    <a:gd name="connsiteY1" fmla="*/ 100 h 195942"/>
                    <a:gd name="connsiteX2" fmla="*/ 196443 w 195942"/>
                    <a:gd name="connsiteY2" fmla="*/ 196043 h 195942"/>
                    <a:gd name="connsiteX3" fmla="*/ 50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00"/>
                      </a:moveTo>
                      <a:lnTo>
                        <a:pt x="196443" y="100"/>
                      </a:lnTo>
                      <a:lnTo>
                        <a:pt x="196443" y="196043"/>
                      </a:lnTo>
                      <a:lnTo>
                        <a:pt x="50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2" name="任意多边形: 形状 131"/>
                <p:cNvSpPr/>
                <p:nvPr/>
              </p:nvSpPr>
              <p:spPr>
                <a:xfrm>
                  <a:off x="6128657" y="653142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00 h 195942"/>
                    <a:gd name="connsiteX1" fmla="*/ 196473 w 195942"/>
                    <a:gd name="connsiteY1" fmla="*/ 100 h 195942"/>
                    <a:gd name="connsiteX2" fmla="*/ 196473 w 195942"/>
                    <a:gd name="connsiteY2" fmla="*/ 196043 h 195942"/>
                    <a:gd name="connsiteX3" fmla="*/ 53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00"/>
                      </a:moveTo>
                      <a:lnTo>
                        <a:pt x="196473" y="100"/>
                      </a:lnTo>
                      <a:lnTo>
                        <a:pt x="196473" y="196043"/>
                      </a:lnTo>
                      <a:lnTo>
                        <a:pt x="530" y="19604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4" name="图形 5"/>
              <p:cNvGrpSpPr/>
              <p:nvPr/>
            </p:nvGrpSpPr>
            <p:grpSpPr>
              <a:xfrm>
                <a:off x="5540828" y="849085"/>
                <a:ext cx="783771" cy="195942"/>
                <a:chOff x="5540828" y="849085"/>
                <a:chExt cx="783771" cy="195942"/>
              </a:xfrm>
              <a:solidFill>
                <a:srgbClr val="000000"/>
              </a:solidFill>
            </p:grpSpPr>
            <p:sp>
              <p:nvSpPr>
                <p:cNvPr id="125" name="任意多边形: 形状 124"/>
                <p:cNvSpPr/>
                <p:nvPr/>
              </p:nvSpPr>
              <p:spPr>
                <a:xfrm>
                  <a:off x="5540828" y="849085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30 h 195942"/>
                    <a:gd name="connsiteX1" fmla="*/ 196383 w 195942"/>
                    <a:gd name="connsiteY1" fmla="*/ 130 h 195942"/>
                    <a:gd name="connsiteX2" fmla="*/ 196383 w 195942"/>
                    <a:gd name="connsiteY2" fmla="*/ 196073 h 195942"/>
                    <a:gd name="connsiteX3" fmla="*/ 44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30"/>
                      </a:moveTo>
                      <a:lnTo>
                        <a:pt x="196383" y="130"/>
                      </a:lnTo>
                      <a:lnTo>
                        <a:pt x="196383" y="196073"/>
                      </a:lnTo>
                      <a:lnTo>
                        <a:pt x="44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6" name="任意多边形: 形状 125"/>
                <p:cNvSpPr/>
                <p:nvPr/>
              </p:nvSpPr>
              <p:spPr>
                <a:xfrm>
                  <a:off x="5736771" y="849085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30 h 195942"/>
                    <a:gd name="connsiteX1" fmla="*/ 196413 w 195942"/>
                    <a:gd name="connsiteY1" fmla="*/ 130 h 195942"/>
                    <a:gd name="connsiteX2" fmla="*/ 196413 w 195942"/>
                    <a:gd name="connsiteY2" fmla="*/ 196073 h 195942"/>
                    <a:gd name="connsiteX3" fmla="*/ 47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30"/>
                      </a:moveTo>
                      <a:lnTo>
                        <a:pt x="196413" y="130"/>
                      </a:lnTo>
                      <a:lnTo>
                        <a:pt x="196413" y="196073"/>
                      </a:lnTo>
                      <a:lnTo>
                        <a:pt x="47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7" name="任意多边形: 形状 126"/>
                <p:cNvSpPr/>
                <p:nvPr/>
              </p:nvSpPr>
              <p:spPr>
                <a:xfrm>
                  <a:off x="5932714" y="849085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30 h 195942"/>
                    <a:gd name="connsiteX1" fmla="*/ 196443 w 195942"/>
                    <a:gd name="connsiteY1" fmla="*/ 130 h 195942"/>
                    <a:gd name="connsiteX2" fmla="*/ 196443 w 195942"/>
                    <a:gd name="connsiteY2" fmla="*/ 196073 h 195942"/>
                    <a:gd name="connsiteX3" fmla="*/ 50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30"/>
                      </a:moveTo>
                      <a:lnTo>
                        <a:pt x="196443" y="130"/>
                      </a:lnTo>
                      <a:lnTo>
                        <a:pt x="196443" y="196073"/>
                      </a:lnTo>
                      <a:lnTo>
                        <a:pt x="50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8" name="任意多边形: 形状 127"/>
                <p:cNvSpPr/>
                <p:nvPr/>
              </p:nvSpPr>
              <p:spPr>
                <a:xfrm>
                  <a:off x="6128657" y="849085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30 h 195942"/>
                    <a:gd name="connsiteX1" fmla="*/ 196473 w 195942"/>
                    <a:gd name="connsiteY1" fmla="*/ 130 h 195942"/>
                    <a:gd name="connsiteX2" fmla="*/ 196473 w 195942"/>
                    <a:gd name="connsiteY2" fmla="*/ 196073 h 195942"/>
                    <a:gd name="connsiteX3" fmla="*/ 53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30"/>
                      </a:moveTo>
                      <a:lnTo>
                        <a:pt x="196473" y="130"/>
                      </a:lnTo>
                      <a:lnTo>
                        <a:pt x="196473" y="196073"/>
                      </a:lnTo>
                      <a:lnTo>
                        <a:pt x="530" y="19607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" name="图形 5"/>
              <p:cNvGrpSpPr/>
              <p:nvPr/>
            </p:nvGrpSpPr>
            <p:grpSpPr>
              <a:xfrm>
                <a:off x="5540828" y="1045028"/>
                <a:ext cx="783771" cy="195942"/>
                <a:chOff x="5540828" y="1045028"/>
                <a:chExt cx="783771" cy="195942"/>
              </a:xfrm>
              <a:solidFill>
                <a:srgbClr val="000000"/>
              </a:solidFill>
            </p:grpSpPr>
            <p:sp>
              <p:nvSpPr>
                <p:cNvPr id="121" name="任意多边形: 形状 120"/>
                <p:cNvSpPr/>
                <p:nvPr/>
              </p:nvSpPr>
              <p:spPr>
                <a:xfrm>
                  <a:off x="5540828" y="1045028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60 h 195942"/>
                    <a:gd name="connsiteX1" fmla="*/ 196383 w 195942"/>
                    <a:gd name="connsiteY1" fmla="*/ 160 h 195942"/>
                    <a:gd name="connsiteX2" fmla="*/ 196383 w 195942"/>
                    <a:gd name="connsiteY2" fmla="*/ 196103 h 195942"/>
                    <a:gd name="connsiteX3" fmla="*/ 44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60"/>
                      </a:moveTo>
                      <a:lnTo>
                        <a:pt x="196383" y="160"/>
                      </a:lnTo>
                      <a:lnTo>
                        <a:pt x="196383" y="196103"/>
                      </a:lnTo>
                      <a:lnTo>
                        <a:pt x="44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2" name="任意多边形: 形状 121"/>
                <p:cNvSpPr/>
                <p:nvPr/>
              </p:nvSpPr>
              <p:spPr>
                <a:xfrm>
                  <a:off x="5736771" y="1045028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60 h 195942"/>
                    <a:gd name="connsiteX1" fmla="*/ 196413 w 195942"/>
                    <a:gd name="connsiteY1" fmla="*/ 160 h 195942"/>
                    <a:gd name="connsiteX2" fmla="*/ 196413 w 195942"/>
                    <a:gd name="connsiteY2" fmla="*/ 196103 h 195942"/>
                    <a:gd name="connsiteX3" fmla="*/ 47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60"/>
                      </a:moveTo>
                      <a:lnTo>
                        <a:pt x="196413" y="160"/>
                      </a:lnTo>
                      <a:lnTo>
                        <a:pt x="196413" y="196103"/>
                      </a:lnTo>
                      <a:lnTo>
                        <a:pt x="47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" name="任意多边形: 形状 122"/>
                <p:cNvSpPr/>
                <p:nvPr/>
              </p:nvSpPr>
              <p:spPr>
                <a:xfrm>
                  <a:off x="5932714" y="1045028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60 h 195942"/>
                    <a:gd name="connsiteX1" fmla="*/ 196443 w 195942"/>
                    <a:gd name="connsiteY1" fmla="*/ 160 h 195942"/>
                    <a:gd name="connsiteX2" fmla="*/ 196443 w 195942"/>
                    <a:gd name="connsiteY2" fmla="*/ 196103 h 195942"/>
                    <a:gd name="connsiteX3" fmla="*/ 50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60"/>
                      </a:moveTo>
                      <a:lnTo>
                        <a:pt x="196443" y="160"/>
                      </a:lnTo>
                      <a:lnTo>
                        <a:pt x="196443" y="196103"/>
                      </a:lnTo>
                      <a:lnTo>
                        <a:pt x="50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4" name="任意多边形: 形状 123"/>
                <p:cNvSpPr/>
                <p:nvPr/>
              </p:nvSpPr>
              <p:spPr>
                <a:xfrm>
                  <a:off x="6128657" y="1045028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60 h 195942"/>
                    <a:gd name="connsiteX1" fmla="*/ 196473 w 195942"/>
                    <a:gd name="connsiteY1" fmla="*/ 160 h 195942"/>
                    <a:gd name="connsiteX2" fmla="*/ 196473 w 195942"/>
                    <a:gd name="connsiteY2" fmla="*/ 196103 h 195942"/>
                    <a:gd name="connsiteX3" fmla="*/ 53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60"/>
                      </a:moveTo>
                      <a:lnTo>
                        <a:pt x="196473" y="160"/>
                      </a:lnTo>
                      <a:lnTo>
                        <a:pt x="196473" y="196103"/>
                      </a:lnTo>
                      <a:lnTo>
                        <a:pt x="530" y="19610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6" name="图形 5"/>
              <p:cNvGrpSpPr/>
              <p:nvPr/>
            </p:nvGrpSpPr>
            <p:grpSpPr>
              <a:xfrm>
                <a:off x="5540828" y="1240971"/>
                <a:ext cx="783771" cy="195942"/>
                <a:chOff x="5540828" y="1240971"/>
                <a:chExt cx="783771" cy="195942"/>
              </a:xfrm>
              <a:solidFill>
                <a:srgbClr val="000000"/>
              </a:solidFill>
            </p:grpSpPr>
            <p:sp>
              <p:nvSpPr>
                <p:cNvPr id="117" name="任意多边形: 形状 116"/>
                <p:cNvSpPr/>
                <p:nvPr/>
              </p:nvSpPr>
              <p:spPr>
                <a:xfrm>
                  <a:off x="5540828" y="1240971"/>
                  <a:ext cx="195942" cy="195942"/>
                </a:xfrm>
                <a:custGeom>
                  <a:avLst/>
                  <a:gdLst>
                    <a:gd name="connsiteX0" fmla="*/ 440 w 195942"/>
                    <a:gd name="connsiteY0" fmla="*/ 190 h 195942"/>
                    <a:gd name="connsiteX1" fmla="*/ 196383 w 195942"/>
                    <a:gd name="connsiteY1" fmla="*/ 190 h 195942"/>
                    <a:gd name="connsiteX2" fmla="*/ 196383 w 195942"/>
                    <a:gd name="connsiteY2" fmla="*/ 196133 h 195942"/>
                    <a:gd name="connsiteX3" fmla="*/ 44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40" y="190"/>
                      </a:moveTo>
                      <a:lnTo>
                        <a:pt x="196383" y="190"/>
                      </a:lnTo>
                      <a:lnTo>
                        <a:pt x="196383" y="196133"/>
                      </a:lnTo>
                      <a:lnTo>
                        <a:pt x="44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" name="任意多边形: 形状 117"/>
                <p:cNvSpPr/>
                <p:nvPr/>
              </p:nvSpPr>
              <p:spPr>
                <a:xfrm>
                  <a:off x="5736771" y="1240971"/>
                  <a:ext cx="195942" cy="195942"/>
                </a:xfrm>
                <a:custGeom>
                  <a:avLst/>
                  <a:gdLst>
                    <a:gd name="connsiteX0" fmla="*/ 470 w 195942"/>
                    <a:gd name="connsiteY0" fmla="*/ 190 h 195942"/>
                    <a:gd name="connsiteX1" fmla="*/ 196413 w 195942"/>
                    <a:gd name="connsiteY1" fmla="*/ 190 h 195942"/>
                    <a:gd name="connsiteX2" fmla="*/ 196413 w 195942"/>
                    <a:gd name="connsiteY2" fmla="*/ 196133 h 195942"/>
                    <a:gd name="connsiteX3" fmla="*/ 47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470" y="190"/>
                      </a:moveTo>
                      <a:lnTo>
                        <a:pt x="196413" y="190"/>
                      </a:lnTo>
                      <a:lnTo>
                        <a:pt x="196413" y="196133"/>
                      </a:lnTo>
                      <a:lnTo>
                        <a:pt x="47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" name="任意多边形: 形状 118"/>
                <p:cNvSpPr/>
                <p:nvPr/>
              </p:nvSpPr>
              <p:spPr>
                <a:xfrm>
                  <a:off x="5932714" y="1240971"/>
                  <a:ext cx="195942" cy="195942"/>
                </a:xfrm>
                <a:custGeom>
                  <a:avLst/>
                  <a:gdLst>
                    <a:gd name="connsiteX0" fmla="*/ 500 w 195942"/>
                    <a:gd name="connsiteY0" fmla="*/ 190 h 195942"/>
                    <a:gd name="connsiteX1" fmla="*/ 196443 w 195942"/>
                    <a:gd name="connsiteY1" fmla="*/ 190 h 195942"/>
                    <a:gd name="connsiteX2" fmla="*/ 196443 w 195942"/>
                    <a:gd name="connsiteY2" fmla="*/ 196133 h 195942"/>
                    <a:gd name="connsiteX3" fmla="*/ 50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00" y="190"/>
                      </a:moveTo>
                      <a:lnTo>
                        <a:pt x="196443" y="190"/>
                      </a:lnTo>
                      <a:lnTo>
                        <a:pt x="196443" y="196133"/>
                      </a:lnTo>
                      <a:lnTo>
                        <a:pt x="50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" name="任意多边形: 形状 119"/>
                <p:cNvSpPr/>
                <p:nvPr/>
              </p:nvSpPr>
              <p:spPr>
                <a:xfrm>
                  <a:off x="6128657" y="1240971"/>
                  <a:ext cx="195942" cy="195942"/>
                </a:xfrm>
                <a:custGeom>
                  <a:avLst/>
                  <a:gdLst>
                    <a:gd name="connsiteX0" fmla="*/ 530 w 195942"/>
                    <a:gd name="connsiteY0" fmla="*/ 190 h 195942"/>
                    <a:gd name="connsiteX1" fmla="*/ 196473 w 195942"/>
                    <a:gd name="connsiteY1" fmla="*/ 190 h 195942"/>
                    <a:gd name="connsiteX2" fmla="*/ 196473 w 195942"/>
                    <a:gd name="connsiteY2" fmla="*/ 196133 h 195942"/>
                    <a:gd name="connsiteX3" fmla="*/ 53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530" y="190"/>
                      </a:moveTo>
                      <a:lnTo>
                        <a:pt x="196473" y="190"/>
                      </a:lnTo>
                      <a:lnTo>
                        <a:pt x="196473" y="196133"/>
                      </a:lnTo>
                      <a:lnTo>
                        <a:pt x="530" y="19613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142" name="直接箭头连接符 141"/>
            <p:cNvCxnSpPr>
              <a:stCxn id="47" idx="1"/>
              <a:endCxn id="63" idx="0"/>
            </p:cNvCxnSpPr>
            <p:nvPr/>
          </p:nvCxnSpPr>
          <p:spPr>
            <a:xfrm flipV="1">
              <a:off x="4273782" y="1125908"/>
              <a:ext cx="979777" cy="800213"/>
            </a:xfrm>
            <a:prstGeom prst="straightConnector1">
              <a:avLst/>
            </a:prstGeom>
            <a:noFill/>
            <a:ln w="12700" cap="flat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3" name="直接箭头连接符 142"/>
            <p:cNvCxnSpPr/>
            <p:nvPr/>
          </p:nvCxnSpPr>
          <p:spPr>
            <a:xfrm flipV="1">
              <a:off x="4273340" y="2492842"/>
              <a:ext cx="949535" cy="16381"/>
            </a:xfrm>
            <a:prstGeom prst="straightConnector1">
              <a:avLst/>
            </a:prstGeom>
            <a:noFill/>
            <a:ln w="12700" cap="flat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8" name="直接箭头连接符 147"/>
            <p:cNvCxnSpPr>
              <a:stCxn id="23" idx="2"/>
              <a:endCxn id="129" idx="3"/>
            </p:cNvCxnSpPr>
            <p:nvPr/>
          </p:nvCxnSpPr>
          <p:spPr>
            <a:xfrm>
              <a:off x="4273782" y="2905955"/>
              <a:ext cx="979775" cy="804358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0" name="直接箭头连接符 149"/>
            <p:cNvCxnSpPr>
              <a:stCxn id="70" idx="2"/>
            </p:cNvCxnSpPr>
            <p:nvPr/>
          </p:nvCxnSpPr>
          <p:spPr>
            <a:xfrm flipV="1">
              <a:off x="6037421" y="1125777"/>
              <a:ext cx="620554" cy="101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1" name="直接箭头连接符 150"/>
            <p:cNvCxnSpPr/>
            <p:nvPr/>
          </p:nvCxnSpPr>
          <p:spPr>
            <a:xfrm flipV="1">
              <a:off x="6036888" y="2415576"/>
              <a:ext cx="620554" cy="101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2" name="直接箭头连接符 151"/>
            <p:cNvCxnSpPr/>
            <p:nvPr/>
          </p:nvCxnSpPr>
          <p:spPr>
            <a:xfrm flipV="1">
              <a:off x="6036888" y="3705375"/>
              <a:ext cx="620554" cy="101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153" name="图形 5"/>
            <p:cNvGrpSpPr/>
            <p:nvPr/>
          </p:nvGrpSpPr>
          <p:grpSpPr>
            <a:xfrm>
              <a:off x="6689357" y="635920"/>
              <a:ext cx="783771" cy="979713"/>
              <a:chOff x="7239000" y="457200"/>
              <a:chExt cx="783771" cy="979713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154" name="图形 5"/>
              <p:cNvGrpSpPr/>
              <p:nvPr/>
            </p:nvGrpSpPr>
            <p:grpSpPr>
              <a:xfrm>
                <a:off x="7239000" y="457200"/>
                <a:ext cx="783771" cy="195942"/>
                <a:chOff x="7239000" y="457200"/>
                <a:chExt cx="783771" cy="195942"/>
              </a:xfrm>
              <a:grpFill/>
            </p:grpSpPr>
            <p:sp>
              <p:nvSpPr>
                <p:cNvPr id="177" name="任意多边形: 形状 176"/>
                <p:cNvSpPr/>
                <p:nvPr/>
              </p:nvSpPr>
              <p:spPr>
                <a:xfrm>
                  <a:off x="7239000" y="4572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70 h 195942"/>
                    <a:gd name="connsiteX1" fmla="*/ 196643 w 195942"/>
                    <a:gd name="connsiteY1" fmla="*/ 70 h 195942"/>
                    <a:gd name="connsiteX2" fmla="*/ 196643 w 195942"/>
                    <a:gd name="connsiteY2" fmla="*/ 196013 h 195942"/>
                    <a:gd name="connsiteX3" fmla="*/ 70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0"/>
                      </a:moveTo>
                      <a:lnTo>
                        <a:pt x="196643" y="70"/>
                      </a:lnTo>
                      <a:lnTo>
                        <a:pt x="196643" y="196013"/>
                      </a:lnTo>
                      <a:lnTo>
                        <a:pt x="70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" name="任意多边形: 形状 177"/>
                <p:cNvSpPr/>
                <p:nvPr/>
              </p:nvSpPr>
              <p:spPr>
                <a:xfrm>
                  <a:off x="7434942" y="4572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0 h 195942"/>
                    <a:gd name="connsiteX1" fmla="*/ 196673 w 195942"/>
                    <a:gd name="connsiteY1" fmla="*/ 70 h 195942"/>
                    <a:gd name="connsiteX2" fmla="*/ 196673 w 195942"/>
                    <a:gd name="connsiteY2" fmla="*/ 196013 h 195942"/>
                    <a:gd name="connsiteX3" fmla="*/ 73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0"/>
                      </a:moveTo>
                      <a:lnTo>
                        <a:pt x="196673" y="70"/>
                      </a:lnTo>
                      <a:lnTo>
                        <a:pt x="196673" y="196013"/>
                      </a:lnTo>
                      <a:lnTo>
                        <a:pt x="73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9" name="任意多边形: 形状 178"/>
                <p:cNvSpPr/>
                <p:nvPr/>
              </p:nvSpPr>
              <p:spPr>
                <a:xfrm>
                  <a:off x="7630885" y="4572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0 h 195942"/>
                    <a:gd name="connsiteX1" fmla="*/ 196703 w 195942"/>
                    <a:gd name="connsiteY1" fmla="*/ 70 h 195942"/>
                    <a:gd name="connsiteX2" fmla="*/ 196703 w 195942"/>
                    <a:gd name="connsiteY2" fmla="*/ 196013 h 195942"/>
                    <a:gd name="connsiteX3" fmla="*/ 76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0"/>
                      </a:moveTo>
                      <a:lnTo>
                        <a:pt x="196703" y="70"/>
                      </a:lnTo>
                      <a:lnTo>
                        <a:pt x="196703" y="196013"/>
                      </a:lnTo>
                      <a:lnTo>
                        <a:pt x="76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0" name="任意多边形: 形状 179"/>
                <p:cNvSpPr/>
                <p:nvPr/>
              </p:nvSpPr>
              <p:spPr>
                <a:xfrm>
                  <a:off x="7826828" y="4572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0 h 195942"/>
                    <a:gd name="connsiteX1" fmla="*/ 196733 w 195942"/>
                    <a:gd name="connsiteY1" fmla="*/ 70 h 195942"/>
                    <a:gd name="connsiteX2" fmla="*/ 196733 w 195942"/>
                    <a:gd name="connsiteY2" fmla="*/ 196013 h 195942"/>
                    <a:gd name="connsiteX3" fmla="*/ 79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0"/>
                      </a:moveTo>
                      <a:lnTo>
                        <a:pt x="196733" y="70"/>
                      </a:lnTo>
                      <a:lnTo>
                        <a:pt x="196733" y="196013"/>
                      </a:lnTo>
                      <a:lnTo>
                        <a:pt x="79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图形 5"/>
              <p:cNvGrpSpPr/>
              <p:nvPr/>
            </p:nvGrpSpPr>
            <p:grpSpPr>
              <a:xfrm>
                <a:off x="7239000" y="653142"/>
                <a:ext cx="783771" cy="195942"/>
                <a:chOff x="7239000" y="653142"/>
                <a:chExt cx="783771" cy="195942"/>
              </a:xfrm>
              <a:grpFill/>
            </p:grpSpPr>
            <p:sp>
              <p:nvSpPr>
                <p:cNvPr id="173" name="任意多边形: 形状 172"/>
                <p:cNvSpPr/>
                <p:nvPr/>
              </p:nvSpPr>
              <p:spPr>
                <a:xfrm>
                  <a:off x="7239000" y="6531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00 h 195942"/>
                    <a:gd name="connsiteX1" fmla="*/ 196643 w 195942"/>
                    <a:gd name="connsiteY1" fmla="*/ 100 h 195942"/>
                    <a:gd name="connsiteX2" fmla="*/ 196643 w 195942"/>
                    <a:gd name="connsiteY2" fmla="*/ 196043 h 195942"/>
                    <a:gd name="connsiteX3" fmla="*/ 70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00"/>
                      </a:moveTo>
                      <a:lnTo>
                        <a:pt x="196643" y="100"/>
                      </a:lnTo>
                      <a:lnTo>
                        <a:pt x="196643" y="196043"/>
                      </a:lnTo>
                      <a:lnTo>
                        <a:pt x="70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4" name="任意多边形: 形状 173"/>
                <p:cNvSpPr/>
                <p:nvPr/>
              </p:nvSpPr>
              <p:spPr>
                <a:xfrm>
                  <a:off x="7434942" y="6531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00 h 195942"/>
                    <a:gd name="connsiteX1" fmla="*/ 196673 w 195942"/>
                    <a:gd name="connsiteY1" fmla="*/ 100 h 195942"/>
                    <a:gd name="connsiteX2" fmla="*/ 196673 w 195942"/>
                    <a:gd name="connsiteY2" fmla="*/ 196043 h 195942"/>
                    <a:gd name="connsiteX3" fmla="*/ 73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00"/>
                      </a:moveTo>
                      <a:lnTo>
                        <a:pt x="196673" y="100"/>
                      </a:lnTo>
                      <a:lnTo>
                        <a:pt x="196673" y="196043"/>
                      </a:lnTo>
                      <a:lnTo>
                        <a:pt x="73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5" name="任意多边形: 形状 174"/>
                <p:cNvSpPr/>
                <p:nvPr/>
              </p:nvSpPr>
              <p:spPr>
                <a:xfrm>
                  <a:off x="7630885" y="6531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00 h 195942"/>
                    <a:gd name="connsiteX1" fmla="*/ 196703 w 195942"/>
                    <a:gd name="connsiteY1" fmla="*/ 100 h 195942"/>
                    <a:gd name="connsiteX2" fmla="*/ 196703 w 195942"/>
                    <a:gd name="connsiteY2" fmla="*/ 196043 h 195942"/>
                    <a:gd name="connsiteX3" fmla="*/ 76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00"/>
                      </a:moveTo>
                      <a:lnTo>
                        <a:pt x="196703" y="100"/>
                      </a:lnTo>
                      <a:lnTo>
                        <a:pt x="196703" y="196043"/>
                      </a:lnTo>
                      <a:lnTo>
                        <a:pt x="76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6" name="任意多边形: 形状 175"/>
                <p:cNvSpPr/>
                <p:nvPr/>
              </p:nvSpPr>
              <p:spPr>
                <a:xfrm>
                  <a:off x="7826828" y="6531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00 h 195942"/>
                    <a:gd name="connsiteX1" fmla="*/ 196733 w 195942"/>
                    <a:gd name="connsiteY1" fmla="*/ 100 h 195942"/>
                    <a:gd name="connsiteX2" fmla="*/ 196733 w 195942"/>
                    <a:gd name="connsiteY2" fmla="*/ 196043 h 195942"/>
                    <a:gd name="connsiteX3" fmla="*/ 79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00"/>
                      </a:moveTo>
                      <a:lnTo>
                        <a:pt x="196733" y="100"/>
                      </a:lnTo>
                      <a:lnTo>
                        <a:pt x="196733" y="196043"/>
                      </a:lnTo>
                      <a:lnTo>
                        <a:pt x="79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" name="图形 5"/>
              <p:cNvGrpSpPr/>
              <p:nvPr/>
            </p:nvGrpSpPr>
            <p:grpSpPr>
              <a:xfrm>
                <a:off x="7239000" y="849085"/>
                <a:ext cx="783771" cy="195942"/>
                <a:chOff x="7239000" y="849085"/>
                <a:chExt cx="783771" cy="195942"/>
              </a:xfrm>
              <a:grpFill/>
            </p:grpSpPr>
            <p:sp>
              <p:nvSpPr>
                <p:cNvPr id="169" name="任意多边形: 形状 168"/>
                <p:cNvSpPr/>
                <p:nvPr/>
              </p:nvSpPr>
              <p:spPr>
                <a:xfrm>
                  <a:off x="7239000" y="849085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30 h 195942"/>
                    <a:gd name="connsiteX1" fmla="*/ 196643 w 195942"/>
                    <a:gd name="connsiteY1" fmla="*/ 130 h 195942"/>
                    <a:gd name="connsiteX2" fmla="*/ 196643 w 195942"/>
                    <a:gd name="connsiteY2" fmla="*/ 196073 h 195942"/>
                    <a:gd name="connsiteX3" fmla="*/ 70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30"/>
                      </a:moveTo>
                      <a:lnTo>
                        <a:pt x="196643" y="130"/>
                      </a:lnTo>
                      <a:lnTo>
                        <a:pt x="196643" y="196073"/>
                      </a:lnTo>
                      <a:lnTo>
                        <a:pt x="70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0" name="任意多边形: 形状 169"/>
                <p:cNvSpPr/>
                <p:nvPr/>
              </p:nvSpPr>
              <p:spPr>
                <a:xfrm>
                  <a:off x="7434942" y="849085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30 h 195942"/>
                    <a:gd name="connsiteX1" fmla="*/ 196673 w 195942"/>
                    <a:gd name="connsiteY1" fmla="*/ 130 h 195942"/>
                    <a:gd name="connsiteX2" fmla="*/ 196673 w 195942"/>
                    <a:gd name="connsiteY2" fmla="*/ 196073 h 195942"/>
                    <a:gd name="connsiteX3" fmla="*/ 73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30"/>
                      </a:moveTo>
                      <a:lnTo>
                        <a:pt x="196673" y="130"/>
                      </a:lnTo>
                      <a:lnTo>
                        <a:pt x="196673" y="196073"/>
                      </a:lnTo>
                      <a:lnTo>
                        <a:pt x="73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1" name="任意多边形: 形状 170"/>
                <p:cNvSpPr/>
                <p:nvPr/>
              </p:nvSpPr>
              <p:spPr>
                <a:xfrm>
                  <a:off x="7630885" y="849085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30 h 195942"/>
                    <a:gd name="connsiteX1" fmla="*/ 196703 w 195942"/>
                    <a:gd name="connsiteY1" fmla="*/ 130 h 195942"/>
                    <a:gd name="connsiteX2" fmla="*/ 196703 w 195942"/>
                    <a:gd name="connsiteY2" fmla="*/ 196073 h 195942"/>
                    <a:gd name="connsiteX3" fmla="*/ 76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30"/>
                      </a:moveTo>
                      <a:lnTo>
                        <a:pt x="196703" y="130"/>
                      </a:lnTo>
                      <a:lnTo>
                        <a:pt x="196703" y="196073"/>
                      </a:lnTo>
                      <a:lnTo>
                        <a:pt x="76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2" name="任意多边形: 形状 171"/>
                <p:cNvSpPr/>
                <p:nvPr/>
              </p:nvSpPr>
              <p:spPr>
                <a:xfrm>
                  <a:off x="7826828" y="849085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30 h 195942"/>
                    <a:gd name="connsiteX1" fmla="*/ 196733 w 195942"/>
                    <a:gd name="connsiteY1" fmla="*/ 130 h 195942"/>
                    <a:gd name="connsiteX2" fmla="*/ 196733 w 195942"/>
                    <a:gd name="connsiteY2" fmla="*/ 196073 h 195942"/>
                    <a:gd name="connsiteX3" fmla="*/ 79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30"/>
                      </a:moveTo>
                      <a:lnTo>
                        <a:pt x="196733" y="130"/>
                      </a:lnTo>
                      <a:lnTo>
                        <a:pt x="196733" y="196073"/>
                      </a:lnTo>
                      <a:lnTo>
                        <a:pt x="79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7" name="图形 5"/>
              <p:cNvGrpSpPr/>
              <p:nvPr/>
            </p:nvGrpSpPr>
            <p:grpSpPr>
              <a:xfrm>
                <a:off x="7239000" y="1045028"/>
                <a:ext cx="783770" cy="195942"/>
                <a:chOff x="7239000" y="1045028"/>
                <a:chExt cx="783770" cy="195942"/>
              </a:xfrm>
              <a:grpFill/>
            </p:grpSpPr>
            <p:sp>
              <p:nvSpPr>
                <p:cNvPr id="165" name="任意多边形: 形状 164"/>
                <p:cNvSpPr/>
                <p:nvPr/>
              </p:nvSpPr>
              <p:spPr>
                <a:xfrm>
                  <a:off x="7239000" y="1045028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60 h 195942"/>
                    <a:gd name="connsiteX1" fmla="*/ 196643 w 195942"/>
                    <a:gd name="connsiteY1" fmla="*/ 160 h 195942"/>
                    <a:gd name="connsiteX2" fmla="*/ 196643 w 195942"/>
                    <a:gd name="connsiteY2" fmla="*/ 196103 h 195942"/>
                    <a:gd name="connsiteX3" fmla="*/ 70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60"/>
                      </a:moveTo>
                      <a:lnTo>
                        <a:pt x="196643" y="160"/>
                      </a:lnTo>
                      <a:lnTo>
                        <a:pt x="196643" y="196103"/>
                      </a:lnTo>
                      <a:lnTo>
                        <a:pt x="70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6" name="任意多边形: 形状 165"/>
                <p:cNvSpPr/>
                <p:nvPr/>
              </p:nvSpPr>
              <p:spPr>
                <a:xfrm>
                  <a:off x="7434942" y="1045028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60 h 195942"/>
                    <a:gd name="connsiteX1" fmla="*/ 196673 w 195942"/>
                    <a:gd name="connsiteY1" fmla="*/ 160 h 195942"/>
                    <a:gd name="connsiteX2" fmla="*/ 196673 w 195942"/>
                    <a:gd name="connsiteY2" fmla="*/ 196103 h 195942"/>
                    <a:gd name="connsiteX3" fmla="*/ 73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60"/>
                      </a:moveTo>
                      <a:lnTo>
                        <a:pt x="196673" y="160"/>
                      </a:lnTo>
                      <a:lnTo>
                        <a:pt x="196673" y="196103"/>
                      </a:lnTo>
                      <a:lnTo>
                        <a:pt x="73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7" name="任意多边形: 形状 166"/>
                <p:cNvSpPr/>
                <p:nvPr/>
              </p:nvSpPr>
              <p:spPr>
                <a:xfrm>
                  <a:off x="7630885" y="1045028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60 h 195942"/>
                    <a:gd name="connsiteX1" fmla="*/ 196703 w 195942"/>
                    <a:gd name="connsiteY1" fmla="*/ 160 h 195942"/>
                    <a:gd name="connsiteX2" fmla="*/ 196703 w 195942"/>
                    <a:gd name="connsiteY2" fmla="*/ 196103 h 195942"/>
                    <a:gd name="connsiteX3" fmla="*/ 76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60"/>
                      </a:moveTo>
                      <a:lnTo>
                        <a:pt x="196703" y="160"/>
                      </a:lnTo>
                      <a:lnTo>
                        <a:pt x="196703" y="196103"/>
                      </a:lnTo>
                      <a:lnTo>
                        <a:pt x="76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8" name="任意多边形: 形状 167"/>
                <p:cNvSpPr/>
                <p:nvPr/>
              </p:nvSpPr>
              <p:spPr>
                <a:xfrm>
                  <a:off x="7826828" y="1045028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60 h 195942"/>
                    <a:gd name="connsiteX1" fmla="*/ 196733 w 195942"/>
                    <a:gd name="connsiteY1" fmla="*/ 160 h 195942"/>
                    <a:gd name="connsiteX2" fmla="*/ 196733 w 195942"/>
                    <a:gd name="connsiteY2" fmla="*/ 196103 h 195942"/>
                    <a:gd name="connsiteX3" fmla="*/ 79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60"/>
                      </a:moveTo>
                      <a:lnTo>
                        <a:pt x="196733" y="160"/>
                      </a:lnTo>
                      <a:lnTo>
                        <a:pt x="196733" y="196103"/>
                      </a:lnTo>
                      <a:lnTo>
                        <a:pt x="79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8" name="图形 5"/>
              <p:cNvGrpSpPr/>
              <p:nvPr/>
            </p:nvGrpSpPr>
            <p:grpSpPr>
              <a:xfrm>
                <a:off x="7239000" y="1240971"/>
                <a:ext cx="783771" cy="195942"/>
                <a:chOff x="7239000" y="1240971"/>
                <a:chExt cx="783771" cy="195942"/>
              </a:xfrm>
              <a:grpFill/>
            </p:grpSpPr>
            <p:sp>
              <p:nvSpPr>
                <p:cNvPr id="161" name="任意多边形: 形状 160"/>
                <p:cNvSpPr/>
                <p:nvPr/>
              </p:nvSpPr>
              <p:spPr>
                <a:xfrm>
                  <a:off x="7239000" y="1240971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90 h 195942"/>
                    <a:gd name="connsiteX1" fmla="*/ 196643 w 195942"/>
                    <a:gd name="connsiteY1" fmla="*/ 190 h 195942"/>
                    <a:gd name="connsiteX2" fmla="*/ 196643 w 195942"/>
                    <a:gd name="connsiteY2" fmla="*/ 196133 h 195942"/>
                    <a:gd name="connsiteX3" fmla="*/ 70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90"/>
                      </a:moveTo>
                      <a:lnTo>
                        <a:pt x="196643" y="190"/>
                      </a:lnTo>
                      <a:lnTo>
                        <a:pt x="196643" y="196133"/>
                      </a:lnTo>
                      <a:lnTo>
                        <a:pt x="70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2" name="任意多边形: 形状 161"/>
                <p:cNvSpPr/>
                <p:nvPr/>
              </p:nvSpPr>
              <p:spPr>
                <a:xfrm>
                  <a:off x="7434942" y="12409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90 h 195942"/>
                    <a:gd name="connsiteX1" fmla="*/ 196673 w 195942"/>
                    <a:gd name="connsiteY1" fmla="*/ 190 h 195942"/>
                    <a:gd name="connsiteX2" fmla="*/ 196673 w 195942"/>
                    <a:gd name="connsiteY2" fmla="*/ 196133 h 195942"/>
                    <a:gd name="connsiteX3" fmla="*/ 73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90"/>
                      </a:moveTo>
                      <a:lnTo>
                        <a:pt x="196673" y="190"/>
                      </a:lnTo>
                      <a:lnTo>
                        <a:pt x="196673" y="196133"/>
                      </a:lnTo>
                      <a:lnTo>
                        <a:pt x="73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3" name="任意多边形: 形状 162"/>
                <p:cNvSpPr/>
                <p:nvPr/>
              </p:nvSpPr>
              <p:spPr>
                <a:xfrm>
                  <a:off x="7630885" y="12409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90 h 195942"/>
                    <a:gd name="connsiteX1" fmla="*/ 196703 w 195942"/>
                    <a:gd name="connsiteY1" fmla="*/ 190 h 195942"/>
                    <a:gd name="connsiteX2" fmla="*/ 196703 w 195942"/>
                    <a:gd name="connsiteY2" fmla="*/ 196133 h 195942"/>
                    <a:gd name="connsiteX3" fmla="*/ 76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90"/>
                      </a:moveTo>
                      <a:lnTo>
                        <a:pt x="196703" y="190"/>
                      </a:lnTo>
                      <a:lnTo>
                        <a:pt x="196703" y="196133"/>
                      </a:lnTo>
                      <a:lnTo>
                        <a:pt x="76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4" name="任意多边形: 形状 163"/>
                <p:cNvSpPr/>
                <p:nvPr/>
              </p:nvSpPr>
              <p:spPr>
                <a:xfrm>
                  <a:off x="7826828" y="12409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90 h 195942"/>
                    <a:gd name="connsiteX1" fmla="*/ 196733 w 195942"/>
                    <a:gd name="connsiteY1" fmla="*/ 190 h 195942"/>
                    <a:gd name="connsiteX2" fmla="*/ 196733 w 195942"/>
                    <a:gd name="connsiteY2" fmla="*/ 196133 h 195942"/>
                    <a:gd name="connsiteX3" fmla="*/ 79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90"/>
                      </a:moveTo>
                      <a:lnTo>
                        <a:pt x="196733" y="190"/>
                      </a:lnTo>
                      <a:lnTo>
                        <a:pt x="196733" y="196133"/>
                      </a:lnTo>
                      <a:lnTo>
                        <a:pt x="79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1" name="图形 5"/>
            <p:cNvGrpSpPr/>
            <p:nvPr/>
          </p:nvGrpSpPr>
          <p:grpSpPr>
            <a:xfrm>
              <a:off x="6677496" y="1958927"/>
              <a:ext cx="783771" cy="979713"/>
              <a:chOff x="7239000" y="457200"/>
              <a:chExt cx="783771" cy="979713"/>
            </a:xfrm>
            <a:solidFill>
              <a:schemeClr val="accent2"/>
            </a:solidFill>
          </p:grpSpPr>
          <p:grpSp>
            <p:nvGrpSpPr>
              <p:cNvPr id="182" name="图形 5"/>
              <p:cNvGrpSpPr/>
              <p:nvPr/>
            </p:nvGrpSpPr>
            <p:grpSpPr>
              <a:xfrm>
                <a:off x="7239000" y="457200"/>
                <a:ext cx="783770" cy="195942"/>
                <a:chOff x="7239000" y="457200"/>
                <a:chExt cx="783770" cy="195942"/>
              </a:xfrm>
              <a:grpFill/>
            </p:grpSpPr>
            <p:sp>
              <p:nvSpPr>
                <p:cNvPr id="203" name="任意多边形: 形状 202"/>
                <p:cNvSpPr/>
                <p:nvPr/>
              </p:nvSpPr>
              <p:spPr>
                <a:xfrm>
                  <a:off x="7239000" y="4572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70 h 195942"/>
                    <a:gd name="connsiteX1" fmla="*/ 196643 w 195942"/>
                    <a:gd name="connsiteY1" fmla="*/ 70 h 195942"/>
                    <a:gd name="connsiteX2" fmla="*/ 196643 w 195942"/>
                    <a:gd name="connsiteY2" fmla="*/ 196013 h 195942"/>
                    <a:gd name="connsiteX3" fmla="*/ 70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0"/>
                      </a:moveTo>
                      <a:lnTo>
                        <a:pt x="196643" y="70"/>
                      </a:lnTo>
                      <a:lnTo>
                        <a:pt x="196643" y="196013"/>
                      </a:lnTo>
                      <a:lnTo>
                        <a:pt x="70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" name="任意多边形: 形状 203"/>
                <p:cNvSpPr/>
                <p:nvPr/>
              </p:nvSpPr>
              <p:spPr>
                <a:xfrm>
                  <a:off x="7434942" y="4572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0 h 195942"/>
                    <a:gd name="connsiteX1" fmla="*/ 196673 w 195942"/>
                    <a:gd name="connsiteY1" fmla="*/ 70 h 195942"/>
                    <a:gd name="connsiteX2" fmla="*/ 196673 w 195942"/>
                    <a:gd name="connsiteY2" fmla="*/ 196013 h 195942"/>
                    <a:gd name="connsiteX3" fmla="*/ 73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0"/>
                      </a:moveTo>
                      <a:lnTo>
                        <a:pt x="196673" y="70"/>
                      </a:lnTo>
                      <a:lnTo>
                        <a:pt x="196673" y="196013"/>
                      </a:lnTo>
                      <a:lnTo>
                        <a:pt x="73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" name="任意多边形: 形状 204"/>
                <p:cNvSpPr/>
                <p:nvPr/>
              </p:nvSpPr>
              <p:spPr>
                <a:xfrm>
                  <a:off x="7630885" y="4572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0 h 195942"/>
                    <a:gd name="connsiteX1" fmla="*/ 196703 w 195942"/>
                    <a:gd name="connsiteY1" fmla="*/ 70 h 195942"/>
                    <a:gd name="connsiteX2" fmla="*/ 196703 w 195942"/>
                    <a:gd name="connsiteY2" fmla="*/ 196013 h 195942"/>
                    <a:gd name="connsiteX3" fmla="*/ 76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0"/>
                      </a:moveTo>
                      <a:lnTo>
                        <a:pt x="196703" y="70"/>
                      </a:lnTo>
                      <a:lnTo>
                        <a:pt x="196703" y="196013"/>
                      </a:lnTo>
                      <a:lnTo>
                        <a:pt x="76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" name="任意多边形: 形状 205"/>
                <p:cNvSpPr/>
                <p:nvPr/>
              </p:nvSpPr>
              <p:spPr>
                <a:xfrm>
                  <a:off x="7826828" y="4572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0 h 195942"/>
                    <a:gd name="connsiteX1" fmla="*/ 196733 w 195942"/>
                    <a:gd name="connsiteY1" fmla="*/ 70 h 195942"/>
                    <a:gd name="connsiteX2" fmla="*/ 196733 w 195942"/>
                    <a:gd name="connsiteY2" fmla="*/ 196013 h 195942"/>
                    <a:gd name="connsiteX3" fmla="*/ 79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0"/>
                      </a:moveTo>
                      <a:lnTo>
                        <a:pt x="196733" y="70"/>
                      </a:lnTo>
                      <a:lnTo>
                        <a:pt x="196733" y="196013"/>
                      </a:lnTo>
                      <a:lnTo>
                        <a:pt x="79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3" name="图形 5"/>
              <p:cNvGrpSpPr/>
              <p:nvPr/>
            </p:nvGrpSpPr>
            <p:grpSpPr>
              <a:xfrm>
                <a:off x="7239000" y="653142"/>
                <a:ext cx="783771" cy="195942"/>
                <a:chOff x="7239000" y="653142"/>
                <a:chExt cx="783771" cy="195942"/>
              </a:xfrm>
              <a:grpFill/>
            </p:grpSpPr>
            <p:sp>
              <p:nvSpPr>
                <p:cNvPr id="199" name="任意多边形: 形状 198"/>
                <p:cNvSpPr/>
                <p:nvPr/>
              </p:nvSpPr>
              <p:spPr>
                <a:xfrm>
                  <a:off x="7239000" y="6531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00 h 195942"/>
                    <a:gd name="connsiteX1" fmla="*/ 196643 w 195942"/>
                    <a:gd name="connsiteY1" fmla="*/ 100 h 195942"/>
                    <a:gd name="connsiteX2" fmla="*/ 196643 w 195942"/>
                    <a:gd name="connsiteY2" fmla="*/ 196043 h 195942"/>
                    <a:gd name="connsiteX3" fmla="*/ 70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00"/>
                      </a:moveTo>
                      <a:lnTo>
                        <a:pt x="196643" y="100"/>
                      </a:lnTo>
                      <a:lnTo>
                        <a:pt x="196643" y="196043"/>
                      </a:lnTo>
                      <a:lnTo>
                        <a:pt x="70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" name="任意多边形: 形状 199"/>
                <p:cNvSpPr/>
                <p:nvPr/>
              </p:nvSpPr>
              <p:spPr>
                <a:xfrm>
                  <a:off x="7434942" y="6531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00 h 195942"/>
                    <a:gd name="connsiteX1" fmla="*/ 196673 w 195942"/>
                    <a:gd name="connsiteY1" fmla="*/ 100 h 195942"/>
                    <a:gd name="connsiteX2" fmla="*/ 196673 w 195942"/>
                    <a:gd name="connsiteY2" fmla="*/ 196043 h 195942"/>
                    <a:gd name="connsiteX3" fmla="*/ 73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00"/>
                      </a:moveTo>
                      <a:lnTo>
                        <a:pt x="196673" y="100"/>
                      </a:lnTo>
                      <a:lnTo>
                        <a:pt x="196673" y="196043"/>
                      </a:lnTo>
                      <a:lnTo>
                        <a:pt x="73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" name="任意多边形: 形状 200"/>
                <p:cNvSpPr/>
                <p:nvPr/>
              </p:nvSpPr>
              <p:spPr>
                <a:xfrm>
                  <a:off x="7630885" y="6531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00 h 195942"/>
                    <a:gd name="connsiteX1" fmla="*/ 196703 w 195942"/>
                    <a:gd name="connsiteY1" fmla="*/ 100 h 195942"/>
                    <a:gd name="connsiteX2" fmla="*/ 196703 w 195942"/>
                    <a:gd name="connsiteY2" fmla="*/ 196043 h 195942"/>
                    <a:gd name="connsiteX3" fmla="*/ 76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00"/>
                      </a:moveTo>
                      <a:lnTo>
                        <a:pt x="196703" y="100"/>
                      </a:lnTo>
                      <a:lnTo>
                        <a:pt x="196703" y="196043"/>
                      </a:lnTo>
                      <a:lnTo>
                        <a:pt x="76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" name="任意多边形: 形状 201"/>
                <p:cNvSpPr/>
                <p:nvPr/>
              </p:nvSpPr>
              <p:spPr>
                <a:xfrm>
                  <a:off x="7826828" y="6531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00 h 195942"/>
                    <a:gd name="connsiteX1" fmla="*/ 196733 w 195942"/>
                    <a:gd name="connsiteY1" fmla="*/ 100 h 195942"/>
                    <a:gd name="connsiteX2" fmla="*/ 196733 w 195942"/>
                    <a:gd name="connsiteY2" fmla="*/ 196043 h 195942"/>
                    <a:gd name="connsiteX3" fmla="*/ 79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00"/>
                      </a:moveTo>
                      <a:lnTo>
                        <a:pt x="196733" y="100"/>
                      </a:lnTo>
                      <a:lnTo>
                        <a:pt x="196733" y="196043"/>
                      </a:lnTo>
                      <a:lnTo>
                        <a:pt x="79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" name="图形 5"/>
              <p:cNvGrpSpPr/>
              <p:nvPr/>
            </p:nvGrpSpPr>
            <p:grpSpPr>
              <a:xfrm>
                <a:off x="7239000" y="849085"/>
                <a:ext cx="783771" cy="195942"/>
                <a:chOff x="7239000" y="849085"/>
                <a:chExt cx="783771" cy="195942"/>
              </a:xfrm>
              <a:grpFill/>
            </p:grpSpPr>
            <p:sp>
              <p:nvSpPr>
                <p:cNvPr id="195" name="任意多边形: 形状 194"/>
                <p:cNvSpPr/>
                <p:nvPr/>
              </p:nvSpPr>
              <p:spPr>
                <a:xfrm>
                  <a:off x="7239000" y="849085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30 h 195942"/>
                    <a:gd name="connsiteX1" fmla="*/ 196643 w 195942"/>
                    <a:gd name="connsiteY1" fmla="*/ 130 h 195942"/>
                    <a:gd name="connsiteX2" fmla="*/ 196643 w 195942"/>
                    <a:gd name="connsiteY2" fmla="*/ 196073 h 195942"/>
                    <a:gd name="connsiteX3" fmla="*/ 70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30"/>
                      </a:moveTo>
                      <a:lnTo>
                        <a:pt x="196643" y="130"/>
                      </a:lnTo>
                      <a:lnTo>
                        <a:pt x="196643" y="196073"/>
                      </a:lnTo>
                      <a:lnTo>
                        <a:pt x="70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" name="任意多边形: 形状 195"/>
                <p:cNvSpPr/>
                <p:nvPr/>
              </p:nvSpPr>
              <p:spPr>
                <a:xfrm>
                  <a:off x="7434942" y="849085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30 h 195942"/>
                    <a:gd name="connsiteX1" fmla="*/ 196673 w 195942"/>
                    <a:gd name="connsiteY1" fmla="*/ 130 h 195942"/>
                    <a:gd name="connsiteX2" fmla="*/ 196673 w 195942"/>
                    <a:gd name="connsiteY2" fmla="*/ 196073 h 195942"/>
                    <a:gd name="connsiteX3" fmla="*/ 73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30"/>
                      </a:moveTo>
                      <a:lnTo>
                        <a:pt x="196673" y="130"/>
                      </a:lnTo>
                      <a:lnTo>
                        <a:pt x="196673" y="196073"/>
                      </a:lnTo>
                      <a:lnTo>
                        <a:pt x="73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" name="任意多边形: 形状 196"/>
                <p:cNvSpPr/>
                <p:nvPr/>
              </p:nvSpPr>
              <p:spPr>
                <a:xfrm>
                  <a:off x="7630885" y="849085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30 h 195942"/>
                    <a:gd name="connsiteX1" fmla="*/ 196703 w 195942"/>
                    <a:gd name="connsiteY1" fmla="*/ 130 h 195942"/>
                    <a:gd name="connsiteX2" fmla="*/ 196703 w 195942"/>
                    <a:gd name="connsiteY2" fmla="*/ 196073 h 195942"/>
                    <a:gd name="connsiteX3" fmla="*/ 76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30"/>
                      </a:moveTo>
                      <a:lnTo>
                        <a:pt x="196703" y="130"/>
                      </a:lnTo>
                      <a:lnTo>
                        <a:pt x="196703" y="196073"/>
                      </a:lnTo>
                      <a:lnTo>
                        <a:pt x="76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" name="任意多边形: 形状 197"/>
                <p:cNvSpPr/>
                <p:nvPr/>
              </p:nvSpPr>
              <p:spPr>
                <a:xfrm>
                  <a:off x="7826828" y="849085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30 h 195942"/>
                    <a:gd name="connsiteX1" fmla="*/ 196733 w 195942"/>
                    <a:gd name="connsiteY1" fmla="*/ 130 h 195942"/>
                    <a:gd name="connsiteX2" fmla="*/ 196733 w 195942"/>
                    <a:gd name="connsiteY2" fmla="*/ 196073 h 195942"/>
                    <a:gd name="connsiteX3" fmla="*/ 79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30"/>
                      </a:moveTo>
                      <a:lnTo>
                        <a:pt x="196733" y="130"/>
                      </a:lnTo>
                      <a:lnTo>
                        <a:pt x="196733" y="196073"/>
                      </a:lnTo>
                      <a:lnTo>
                        <a:pt x="79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5" name="图形 5"/>
              <p:cNvGrpSpPr/>
              <p:nvPr/>
            </p:nvGrpSpPr>
            <p:grpSpPr>
              <a:xfrm>
                <a:off x="7239000" y="1045028"/>
                <a:ext cx="783770" cy="195942"/>
                <a:chOff x="7239000" y="1045028"/>
                <a:chExt cx="783770" cy="195942"/>
              </a:xfrm>
              <a:grpFill/>
            </p:grpSpPr>
            <p:sp>
              <p:nvSpPr>
                <p:cNvPr id="191" name="任意多边形: 形状 190"/>
                <p:cNvSpPr/>
                <p:nvPr/>
              </p:nvSpPr>
              <p:spPr>
                <a:xfrm>
                  <a:off x="7239000" y="1045028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60 h 195942"/>
                    <a:gd name="connsiteX1" fmla="*/ 196643 w 195942"/>
                    <a:gd name="connsiteY1" fmla="*/ 160 h 195942"/>
                    <a:gd name="connsiteX2" fmla="*/ 196643 w 195942"/>
                    <a:gd name="connsiteY2" fmla="*/ 196103 h 195942"/>
                    <a:gd name="connsiteX3" fmla="*/ 70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60"/>
                      </a:moveTo>
                      <a:lnTo>
                        <a:pt x="196643" y="160"/>
                      </a:lnTo>
                      <a:lnTo>
                        <a:pt x="196643" y="196103"/>
                      </a:lnTo>
                      <a:lnTo>
                        <a:pt x="70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" name="任意多边形: 形状 191"/>
                <p:cNvSpPr/>
                <p:nvPr/>
              </p:nvSpPr>
              <p:spPr>
                <a:xfrm>
                  <a:off x="7434942" y="1045028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60 h 195942"/>
                    <a:gd name="connsiteX1" fmla="*/ 196673 w 195942"/>
                    <a:gd name="connsiteY1" fmla="*/ 160 h 195942"/>
                    <a:gd name="connsiteX2" fmla="*/ 196673 w 195942"/>
                    <a:gd name="connsiteY2" fmla="*/ 196103 h 195942"/>
                    <a:gd name="connsiteX3" fmla="*/ 73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60"/>
                      </a:moveTo>
                      <a:lnTo>
                        <a:pt x="196673" y="160"/>
                      </a:lnTo>
                      <a:lnTo>
                        <a:pt x="196673" y="196103"/>
                      </a:lnTo>
                      <a:lnTo>
                        <a:pt x="73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" name="任意多边形: 形状 192"/>
                <p:cNvSpPr/>
                <p:nvPr/>
              </p:nvSpPr>
              <p:spPr>
                <a:xfrm>
                  <a:off x="7630885" y="1045028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60 h 195942"/>
                    <a:gd name="connsiteX1" fmla="*/ 196703 w 195942"/>
                    <a:gd name="connsiteY1" fmla="*/ 160 h 195942"/>
                    <a:gd name="connsiteX2" fmla="*/ 196703 w 195942"/>
                    <a:gd name="connsiteY2" fmla="*/ 196103 h 195942"/>
                    <a:gd name="connsiteX3" fmla="*/ 76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60"/>
                      </a:moveTo>
                      <a:lnTo>
                        <a:pt x="196703" y="160"/>
                      </a:lnTo>
                      <a:lnTo>
                        <a:pt x="196703" y="196103"/>
                      </a:lnTo>
                      <a:lnTo>
                        <a:pt x="76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" name="任意多边形: 形状 193"/>
                <p:cNvSpPr/>
                <p:nvPr/>
              </p:nvSpPr>
              <p:spPr>
                <a:xfrm>
                  <a:off x="7826828" y="1045028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60 h 195942"/>
                    <a:gd name="connsiteX1" fmla="*/ 196733 w 195942"/>
                    <a:gd name="connsiteY1" fmla="*/ 160 h 195942"/>
                    <a:gd name="connsiteX2" fmla="*/ 196733 w 195942"/>
                    <a:gd name="connsiteY2" fmla="*/ 196103 h 195942"/>
                    <a:gd name="connsiteX3" fmla="*/ 79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60"/>
                      </a:moveTo>
                      <a:lnTo>
                        <a:pt x="196733" y="160"/>
                      </a:lnTo>
                      <a:lnTo>
                        <a:pt x="196733" y="196103"/>
                      </a:lnTo>
                      <a:lnTo>
                        <a:pt x="79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6" name="图形 5"/>
              <p:cNvGrpSpPr/>
              <p:nvPr/>
            </p:nvGrpSpPr>
            <p:grpSpPr>
              <a:xfrm>
                <a:off x="7239000" y="1240971"/>
                <a:ext cx="783771" cy="195942"/>
                <a:chOff x="7239000" y="1240971"/>
                <a:chExt cx="783771" cy="195942"/>
              </a:xfrm>
              <a:grpFill/>
            </p:grpSpPr>
            <p:sp>
              <p:nvSpPr>
                <p:cNvPr id="187" name="任意多边形: 形状 186"/>
                <p:cNvSpPr/>
                <p:nvPr/>
              </p:nvSpPr>
              <p:spPr>
                <a:xfrm>
                  <a:off x="7239000" y="1240971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90 h 195942"/>
                    <a:gd name="connsiteX1" fmla="*/ 196643 w 195942"/>
                    <a:gd name="connsiteY1" fmla="*/ 190 h 195942"/>
                    <a:gd name="connsiteX2" fmla="*/ 196643 w 195942"/>
                    <a:gd name="connsiteY2" fmla="*/ 196133 h 195942"/>
                    <a:gd name="connsiteX3" fmla="*/ 70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90"/>
                      </a:moveTo>
                      <a:lnTo>
                        <a:pt x="196643" y="190"/>
                      </a:lnTo>
                      <a:lnTo>
                        <a:pt x="196643" y="196133"/>
                      </a:lnTo>
                      <a:lnTo>
                        <a:pt x="70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" name="任意多边形: 形状 187"/>
                <p:cNvSpPr/>
                <p:nvPr/>
              </p:nvSpPr>
              <p:spPr>
                <a:xfrm>
                  <a:off x="7434942" y="12409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90 h 195942"/>
                    <a:gd name="connsiteX1" fmla="*/ 196673 w 195942"/>
                    <a:gd name="connsiteY1" fmla="*/ 190 h 195942"/>
                    <a:gd name="connsiteX2" fmla="*/ 196673 w 195942"/>
                    <a:gd name="connsiteY2" fmla="*/ 196133 h 195942"/>
                    <a:gd name="connsiteX3" fmla="*/ 73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90"/>
                      </a:moveTo>
                      <a:lnTo>
                        <a:pt x="196673" y="190"/>
                      </a:lnTo>
                      <a:lnTo>
                        <a:pt x="196673" y="196133"/>
                      </a:lnTo>
                      <a:lnTo>
                        <a:pt x="73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" name="任意多边形: 形状 188"/>
                <p:cNvSpPr/>
                <p:nvPr/>
              </p:nvSpPr>
              <p:spPr>
                <a:xfrm>
                  <a:off x="7630885" y="12409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90 h 195942"/>
                    <a:gd name="connsiteX1" fmla="*/ 196703 w 195942"/>
                    <a:gd name="connsiteY1" fmla="*/ 190 h 195942"/>
                    <a:gd name="connsiteX2" fmla="*/ 196703 w 195942"/>
                    <a:gd name="connsiteY2" fmla="*/ 196133 h 195942"/>
                    <a:gd name="connsiteX3" fmla="*/ 76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90"/>
                      </a:moveTo>
                      <a:lnTo>
                        <a:pt x="196703" y="190"/>
                      </a:lnTo>
                      <a:lnTo>
                        <a:pt x="196703" y="196133"/>
                      </a:lnTo>
                      <a:lnTo>
                        <a:pt x="76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" name="任意多边形: 形状 189"/>
                <p:cNvSpPr/>
                <p:nvPr/>
              </p:nvSpPr>
              <p:spPr>
                <a:xfrm>
                  <a:off x="7826828" y="12409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90 h 195942"/>
                    <a:gd name="connsiteX1" fmla="*/ 196733 w 195942"/>
                    <a:gd name="connsiteY1" fmla="*/ 190 h 195942"/>
                    <a:gd name="connsiteX2" fmla="*/ 196733 w 195942"/>
                    <a:gd name="connsiteY2" fmla="*/ 196133 h 195942"/>
                    <a:gd name="connsiteX3" fmla="*/ 79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90"/>
                      </a:moveTo>
                      <a:lnTo>
                        <a:pt x="196733" y="190"/>
                      </a:lnTo>
                      <a:lnTo>
                        <a:pt x="196733" y="196133"/>
                      </a:lnTo>
                      <a:lnTo>
                        <a:pt x="79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07" name="图形 5"/>
            <p:cNvGrpSpPr/>
            <p:nvPr/>
          </p:nvGrpSpPr>
          <p:grpSpPr>
            <a:xfrm>
              <a:off x="6669557" y="3341108"/>
              <a:ext cx="783771" cy="979713"/>
              <a:chOff x="7239000" y="457200"/>
              <a:chExt cx="783771" cy="979713"/>
            </a:xfrm>
            <a:solidFill>
              <a:srgbClr val="FF99CC"/>
            </a:solidFill>
          </p:grpSpPr>
          <p:grpSp>
            <p:nvGrpSpPr>
              <p:cNvPr id="208" name="图形 5"/>
              <p:cNvGrpSpPr/>
              <p:nvPr/>
            </p:nvGrpSpPr>
            <p:grpSpPr>
              <a:xfrm>
                <a:off x="7239000" y="457200"/>
                <a:ext cx="783771" cy="195942"/>
                <a:chOff x="7239000" y="457200"/>
                <a:chExt cx="783771" cy="195942"/>
              </a:xfrm>
              <a:grpFill/>
            </p:grpSpPr>
            <p:sp>
              <p:nvSpPr>
                <p:cNvPr id="229" name="任意多边形: 形状 228"/>
                <p:cNvSpPr/>
                <p:nvPr/>
              </p:nvSpPr>
              <p:spPr>
                <a:xfrm>
                  <a:off x="7239000" y="4572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70 h 195942"/>
                    <a:gd name="connsiteX1" fmla="*/ 196643 w 195942"/>
                    <a:gd name="connsiteY1" fmla="*/ 70 h 195942"/>
                    <a:gd name="connsiteX2" fmla="*/ 196643 w 195942"/>
                    <a:gd name="connsiteY2" fmla="*/ 196013 h 195942"/>
                    <a:gd name="connsiteX3" fmla="*/ 70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0"/>
                      </a:moveTo>
                      <a:lnTo>
                        <a:pt x="196643" y="70"/>
                      </a:lnTo>
                      <a:lnTo>
                        <a:pt x="196643" y="196013"/>
                      </a:lnTo>
                      <a:lnTo>
                        <a:pt x="70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30" name="任意多边形: 形状 229"/>
                <p:cNvSpPr/>
                <p:nvPr/>
              </p:nvSpPr>
              <p:spPr>
                <a:xfrm>
                  <a:off x="7434942" y="4572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0 h 195942"/>
                    <a:gd name="connsiteX1" fmla="*/ 196673 w 195942"/>
                    <a:gd name="connsiteY1" fmla="*/ 70 h 195942"/>
                    <a:gd name="connsiteX2" fmla="*/ 196673 w 195942"/>
                    <a:gd name="connsiteY2" fmla="*/ 196013 h 195942"/>
                    <a:gd name="connsiteX3" fmla="*/ 73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0"/>
                      </a:moveTo>
                      <a:lnTo>
                        <a:pt x="196673" y="70"/>
                      </a:lnTo>
                      <a:lnTo>
                        <a:pt x="196673" y="196013"/>
                      </a:lnTo>
                      <a:lnTo>
                        <a:pt x="73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" name="任意多边形: 形状 230"/>
                <p:cNvSpPr/>
                <p:nvPr/>
              </p:nvSpPr>
              <p:spPr>
                <a:xfrm>
                  <a:off x="7630885" y="4572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0 h 195942"/>
                    <a:gd name="connsiteX1" fmla="*/ 196703 w 195942"/>
                    <a:gd name="connsiteY1" fmla="*/ 70 h 195942"/>
                    <a:gd name="connsiteX2" fmla="*/ 196703 w 195942"/>
                    <a:gd name="connsiteY2" fmla="*/ 196013 h 195942"/>
                    <a:gd name="connsiteX3" fmla="*/ 76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0"/>
                      </a:moveTo>
                      <a:lnTo>
                        <a:pt x="196703" y="70"/>
                      </a:lnTo>
                      <a:lnTo>
                        <a:pt x="196703" y="196013"/>
                      </a:lnTo>
                      <a:lnTo>
                        <a:pt x="76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" name="任意多边形: 形状 231"/>
                <p:cNvSpPr/>
                <p:nvPr/>
              </p:nvSpPr>
              <p:spPr>
                <a:xfrm>
                  <a:off x="7826828" y="4572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0 h 195942"/>
                    <a:gd name="connsiteX1" fmla="*/ 196733 w 195942"/>
                    <a:gd name="connsiteY1" fmla="*/ 70 h 195942"/>
                    <a:gd name="connsiteX2" fmla="*/ 196733 w 195942"/>
                    <a:gd name="connsiteY2" fmla="*/ 196013 h 195942"/>
                    <a:gd name="connsiteX3" fmla="*/ 79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0"/>
                      </a:moveTo>
                      <a:lnTo>
                        <a:pt x="196733" y="70"/>
                      </a:lnTo>
                      <a:lnTo>
                        <a:pt x="196733" y="196013"/>
                      </a:lnTo>
                      <a:lnTo>
                        <a:pt x="79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9" name="图形 5"/>
              <p:cNvGrpSpPr/>
              <p:nvPr/>
            </p:nvGrpSpPr>
            <p:grpSpPr>
              <a:xfrm>
                <a:off x="7239000" y="653142"/>
                <a:ext cx="783771" cy="195942"/>
                <a:chOff x="7239000" y="653142"/>
                <a:chExt cx="783771" cy="195942"/>
              </a:xfrm>
              <a:grpFill/>
            </p:grpSpPr>
            <p:sp>
              <p:nvSpPr>
                <p:cNvPr id="225" name="任意多边形: 形状 224"/>
                <p:cNvSpPr/>
                <p:nvPr/>
              </p:nvSpPr>
              <p:spPr>
                <a:xfrm>
                  <a:off x="7239000" y="6531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00 h 195942"/>
                    <a:gd name="connsiteX1" fmla="*/ 196643 w 195942"/>
                    <a:gd name="connsiteY1" fmla="*/ 100 h 195942"/>
                    <a:gd name="connsiteX2" fmla="*/ 196643 w 195942"/>
                    <a:gd name="connsiteY2" fmla="*/ 196043 h 195942"/>
                    <a:gd name="connsiteX3" fmla="*/ 70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00"/>
                      </a:moveTo>
                      <a:lnTo>
                        <a:pt x="196643" y="100"/>
                      </a:lnTo>
                      <a:lnTo>
                        <a:pt x="196643" y="196043"/>
                      </a:lnTo>
                      <a:lnTo>
                        <a:pt x="70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" name="任意多边形: 形状 225"/>
                <p:cNvSpPr/>
                <p:nvPr/>
              </p:nvSpPr>
              <p:spPr>
                <a:xfrm>
                  <a:off x="7434942" y="6531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00 h 195942"/>
                    <a:gd name="connsiteX1" fmla="*/ 196673 w 195942"/>
                    <a:gd name="connsiteY1" fmla="*/ 100 h 195942"/>
                    <a:gd name="connsiteX2" fmla="*/ 196673 w 195942"/>
                    <a:gd name="connsiteY2" fmla="*/ 196043 h 195942"/>
                    <a:gd name="connsiteX3" fmla="*/ 73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00"/>
                      </a:moveTo>
                      <a:lnTo>
                        <a:pt x="196673" y="100"/>
                      </a:lnTo>
                      <a:lnTo>
                        <a:pt x="196673" y="196043"/>
                      </a:lnTo>
                      <a:lnTo>
                        <a:pt x="73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" name="任意多边形: 形状 226"/>
                <p:cNvSpPr/>
                <p:nvPr/>
              </p:nvSpPr>
              <p:spPr>
                <a:xfrm>
                  <a:off x="7630885" y="6531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00 h 195942"/>
                    <a:gd name="connsiteX1" fmla="*/ 196703 w 195942"/>
                    <a:gd name="connsiteY1" fmla="*/ 100 h 195942"/>
                    <a:gd name="connsiteX2" fmla="*/ 196703 w 195942"/>
                    <a:gd name="connsiteY2" fmla="*/ 196043 h 195942"/>
                    <a:gd name="connsiteX3" fmla="*/ 76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00"/>
                      </a:moveTo>
                      <a:lnTo>
                        <a:pt x="196703" y="100"/>
                      </a:lnTo>
                      <a:lnTo>
                        <a:pt x="196703" y="196043"/>
                      </a:lnTo>
                      <a:lnTo>
                        <a:pt x="76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" name="任意多边形: 形状 227"/>
                <p:cNvSpPr/>
                <p:nvPr/>
              </p:nvSpPr>
              <p:spPr>
                <a:xfrm>
                  <a:off x="7826828" y="6531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00 h 195942"/>
                    <a:gd name="connsiteX1" fmla="*/ 196733 w 195942"/>
                    <a:gd name="connsiteY1" fmla="*/ 100 h 195942"/>
                    <a:gd name="connsiteX2" fmla="*/ 196733 w 195942"/>
                    <a:gd name="connsiteY2" fmla="*/ 196043 h 195942"/>
                    <a:gd name="connsiteX3" fmla="*/ 79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00"/>
                      </a:moveTo>
                      <a:lnTo>
                        <a:pt x="196733" y="100"/>
                      </a:lnTo>
                      <a:lnTo>
                        <a:pt x="196733" y="196043"/>
                      </a:lnTo>
                      <a:lnTo>
                        <a:pt x="79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0" name="图形 5"/>
              <p:cNvGrpSpPr/>
              <p:nvPr/>
            </p:nvGrpSpPr>
            <p:grpSpPr>
              <a:xfrm>
                <a:off x="7239000" y="849085"/>
                <a:ext cx="783771" cy="195942"/>
                <a:chOff x="7239000" y="849085"/>
                <a:chExt cx="783771" cy="195942"/>
              </a:xfrm>
              <a:grpFill/>
            </p:grpSpPr>
            <p:sp>
              <p:nvSpPr>
                <p:cNvPr id="221" name="任意多边形: 形状 220"/>
                <p:cNvSpPr/>
                <p:nvPr/>
              </p:nvSpPr>
              <p:spPr>
                <a:xfrm>
                  <a:off x="7239000" y="849085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30 h 195942"/>
                    <a:gd name="connsiteX1" fmla="*/ 196643 w 195942"/>
                    <a:gd name="connsiteY1" fmla="*/ 130 h 195942"/>
                    <a:gd name="connsiteX2" fmla="*/ 196643 w 195942"/>
                    <a:gd name="connsiteY2" fmla="*/ 196073 h 195942"/>
                    <a:gd name="connsiteX3" fmla="*/ 70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30"/>
                      </a:moveTo>
                      <a:lnTo>
                        <a:pt x="196643" y="130"/>
                      </a:lnTo>
                      <a:lnTo>
                        <a:pt x="196643" y="196073"/>
                      </a:lnTo>
                      <a:lnTo>
                        <a:pt x="70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" name="任意多边形: 形状 221"/>
                <p:cNvSpPr/>
                <p:nvPr/>
              </p:nvSpPr>
              <p:spPr>
                <a:xfrm>
                  <a:off x="7434942" y="849085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30 h 195942"/>
                    <a:gd name="connsiteX1" fmla="*/ 196673 w 195942"/>
                    <a:gd name="connsiteY1" fmla="*/ 130 h 195942"/>
                    <a:gd name="connsiteX2" fmla="*/ 196673 w 195942"/>
                    <a:gd name="connsiteY2" fmla="*/ 196073 h 195942"/>
                    <a:gd name="connsiteX3" fmla="*/ 73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30"/>
                      </a:moveTo>
                      <a:lnTo>
                        <a:pt x="196673" y="130"/>
                      </a:lnTo>
                      <a:lnTo>
                        <a:pt x="196673" y="196073"/>
                      </a:lnTo>
                      <a:lnTo>
                        <a:pt x="73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" name="任意多边形: 形状 222"/>
                <p:cNvSpPr/>
                <p:nvPr/>
              </p:nvSpPr>
              <p:spPr>
                <a:xfrm>
                  <a:off x="7630885" y="849085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30 h 195942"/>
                    <a:gd name="connsiteX1" fmla="*/ 196703 w 195942"/>
                    <a:gd name="connsiteY1" fmla="*/ 130 h 195942"/>
                    <a:gd name="connsiteX2" fmla="*/ 196703 w 195942"/>
                    <a:gd name="connsiteY2" fmla="*/ 196073 h 195942"/>
                    <a:gd name="connsiteX3" fmla="*/ 76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30"/>
                      </a:moveTo>
                      <a:lnTo>
                        <a:pt x="196703" y="130"/>
                      </a:lnTo>
                      <a:lnTo>
                        <a:pt x="196703" y="196073"/>
                      </a:lnTo>
                      <a:lnTo>
                        <a:pt x="76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" name="任意多边形: 形状 223"/>
                <p:cNvSpPr/>
                <p:nvPr/>
              </p:nvSpPr>
              <p:spPr>
                <a:xfrm>
                  <a:off x="7826828" y="849085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30 h 195942"/>
                    <a:gd name="connsiteX1" fmla="*/ 196733 w 195942"/>
                    <a:gd name="connsiteY1" fmla="*/ 130 h 195942"/>
                    <a:gd name="connsiteX2" fmla="*/ 196733 w 195942"/>
                    <a:gd name="connsiteY2" fmla="*/ 196073 h 195942"/>
                    <a:gd name="connsiteX3" fmla="*/ 79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30"/>
                      </a:moveTo>
                      <a:lnTo>
                        <a:pt x="196733" y="130"/>
                      </a:lnTo>
                      <a:lnTo>
                        <a:pt x="196733" y="196073"/>
                      </a:lnTo>
                      <a:lnTo>
                        <a:pt x="79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1" name="图形 5"/>
              <p:cNvGrpSpPr/>
              <p:nvPr/>
            </p:nvGrpSpPr>
            <p:grpSpPr>
              <a:xfrm>
                <a:off x="7239000" y="1045028"/>
                <a:ext cx="783770" cy="195942"/>
                <a:chOff x="7239000" y="1045028"/>
                <a:chExt cx="783770" cy="195942"/>
              </a:xfrm>
              <a:grpFill/>
            </p:grpSpPr>
            <p:sp>
              <p:nvSpPr>
                <p:cNvPr id="217" name="任意多边形: 形状 216"/>
                <p:cNvSpPr/>
                <p:nvPr/>
              </p:nvSpPr>
              <p:spPr>
                <a:xfrm>
                  <a:off x="7239000" y="1045028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60 h 195942"/>
                    <a:gd name="connsiteX1" fmla="*/ 196643 w 195942"/>
                    <a:gd name="connsiteY1" fmla="*/ 160 h 195942"/>
                    <a:gd name="connsiteX2" fmla="*/ 196643 w 195942"/>
                    <a:gd name="connsiteY2" fmla="*/ 196103 h 195942"/>
                    <a:gd name="connsiteX3" fmla="*/ 70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60"/>
                      </a:moveTo>
                      <a:lnTo>
                        <a:pt x="196643" y="160"/>
                      </a:lnTo>
                      <a:lnTo>
                        <a:pt x="196643" y="196103"/>
                      </a:lnTo>
                      <a:lnTo>
                        <a:pt x="70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" name="任意多边形: 形状 217"/>
                <p:cNvSpPr/>
                <p:nvPr/>
              </p:nvSpPr>
              <p:spPr>
                <a:xfrm>
                  <a:off x="7434942" y="1045028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60 h 195942"/>
                    <a:gd name="connsiteX1" fmla="*/ 196673 w 195942"/>
                    <a:gd name="connsiteY1" fmla="*/ 160 h 195942"/>
                    <a:gd name="connsiteX2" fmla="*/ 196673 w 195942"/>
                    <a:gd name="connsiteY2" fmla="*/ 196103 h 195942"/>
                    <a:gd name="connsiteX3" fmla="*/ 73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60"/>
                      </a:moveTo>
                      <a:lnTo>
                        <a:pt x="196673" y="160"/>
                      </a:lnTo>
                      <a:lnTo>
                        <a:pt x="196673" y="196103"/>
                      </a:lnTo>
                      <a:lnTo>
                        <a:pt x="73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" name="任意多边形: 形状 218"/>
                <p:cNvSpPr/>
                <p:nvPr/>
              </p:nvSpPr>
              <p:spPr>
                <a:xfrm>
                  <a:off x="7630885" y="1045028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60 h 195942"/>
                    <a:gd name="connsiteX1" fmla="*/ 196703 w 195942"/>
                    <a:gd name="connsiteY1" fmla="*/ 160 h 195942"/>
                    <a:gd name="connsiteX2" fmla="*/ 196703 w 195942"/>
                    <a:gd name="connsiteY2" fmla="*/ 196103 h 195942"/>
                    <a:gd name="connsiteX3" fmla="*/ 76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60"/>
                      </a:moveTo>
                      <a:lnTo>
                        <a:pt x="196703" y="160"/>
                      </a:lnTo>
                      <a:lnTo>
                        <a:pt x="196703" y="196103"/>
                      </a:lnTo>
                      <a:lnTo>
                        <a:pt x="76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" name="任意多边形: 形状 219"/>
                <p:cNvSpPr/>
                <p:nvPr/>
              </p:nvSpPr>
              <p:spPr>
                <a:xfrm>
                  <a:off x="7826828" y="1045028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60 h 195942"/>
                    <a:gd name="connsiteX1" fmla="*/ 196733 w 195942"/>
                    <a:gd name="connsiteY1" fmla="*/ 160 h 195942"/>
                    <a:gd name="connsiteX2" fmla="*/ 196733 w 195942"/>
                    <a:gd name="connsiteY2" fmla="*/ 196103 h 195942"/>
                    <a:gd name="connsiteX3" fmla="*/ 79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60"/>
                      </a:moveTo>
                      <a:lnTo>
                        <a:pt x="196733" y="160"/>
                      </a:lnTo>
                      <a:lnTo>
                        <a:pt x="196733" y="196103"/>
                      </a:lnTo>
                      <a:lnTo>
                        <a:pt x="79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图形 5"/>
              <p:cNvGrpSpPr/>
              <p:nvPr/>
            </p:nvGrpSpPr>
            <p:grpSpPr>
              <a:xfrm>
                <a:off x="7239000" y="1240971"/>
                <a:ext cx="783771" cy="195942"/>
                <a:chOff x="7239000" y="1240971"/>
                <a:chExt cx="783771" cy="195942"/>
              </a:xfrm>
              <a:grpFill/>
            </p:grpSpPr>
            <p:sp>
              <p:nvSpPr>
                <p:cNvPr id="213" name="任意多边形: 形状 212"/>
                <p:cNvSpPr/>
                <p:nvPr/>
              </p:nvSpPr>
              <p:spPr>
                <a:xfrm>
                  <a:off x="7239000" y="1240971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90 h 195942"/>
                    <a:gd name="connsiteX1" fmla="*/ 196643 w 195942"/>
                    <a:gd name="connsiteY1" fmla="*/ 190 h 195942"/>
                    <a:gd name="connsiteX2" fmla="*/ 196643 w 195942"/>
                    <a:gd name="connsiteY2" fmla="*/ 196133 h 195942"/>
                    <a:gd name="connsiteX3" fmla="*/ 70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90"/>
                      </a:moveTo>
                      <a:lnTo>
                        <a:pt x="196643" y="190"/>
                      </a:lnTo>
                      <a:lnTo>
                        <a:pt x="196643" y="196133"/>
                      </a:lnTo>
                      <a:lnTo>
                        <a:pt x="70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" name="任意多边形: 形状 213"/>
                <p:cNvSpPr/>
                <p:nvPr/>
              </p:nvSpPr>
              <p:spPr>
                <a:xfrm>
                  <a:off x="7434942" y="12409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90 h 195942"/>
                    <a:gd name="connsiteX1" fmla="*/ 196673 w 195942"/>
                    <a:gd name="connsiteY1" fmla="*/ 190 h 195942"/>
                    <a:gd name="connsiteX2" fmla="*/ 196673 w 195942"/>
                    <a:gd name="connsiteY2" fmla="*/ 196133 h 195942"/>
                    <a:gd name="connsiteX3" fmla="*/ 73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90"/>
                      </a:moveTo>
                      <a:lnTo>
                        <a:pt x="196673" y="190"/>
                      </a:lnTo>
                      <a:lnTo>
                        <a:pt x="196673" y="196133"/>
                      </a:lnTo>
                      <a:lnTo>
                        <a:pt x="73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" name="任意多边形: 形状 214"/>
                <p:cNvSpPr/>
                <p:nvPr/>
              </p:nvSpPr>
              <p:spPr>
                <a:xfrm>
                  <a:off x="7630885" y="12409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90 h 195942"/>
                    <a:gd name="connsiteX1" fmla="*/ 196703 w 195942"/>
                    <a:gd name="connsiteY1" fmla="*/ 190 h 195942"/>
                    <a:gd name="connsiteX2" fmla="*/ 196703 w 195942"/>
                    <a:gd name="connsiteY2" fmla="*/ 196133 h 195942"/>
                    <a:gd name="connsiteX3" fmla="*/ 76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90"/>
                      </a:moveTo>
                      <a:lnTo>
                        <a:pt x="196703" y="190"/>
                      </a:lnTo>
                      <a:lnTo>
                        <a:pt x="196703" y="196133"/>
                      </a:lnTo>
                      <a:lnTo>
                        <a:pt x="76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" name="任意多边形: 形状 215"/>
                <p:cNvSpPr/>
                <p:nvPr/>
              </p:nvSpPr>
              <p:spPr>
                <a:xfrm>
                  <a:off x="7826828" y="12409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90 h 195942"/>
                    <a:gd name="connsiteX1" fmla="*/ 196733 w 195942"/>
                    <a:gd name="connsiteY1" fmla="*/ 190 h 195942"/>
                    <a:gd name="connsiteX2" fmla="*/ 196733 w 195942"/>
                    <a:gd name="connsiteY2" fmla="*/ 196133 h 195942"/>
                    <a:gd name="connsiteX3" fmla="*/ 79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90"/>
                      </a:moveTo>
                      <a:lnTo>
                        <a:pt x="196733" y="190"/>
                      </a:lnTo>
                      <a:lnTo>
                        <a:pt x="196733" y="196133"/>
                      </a:lnTo>
                      <a:lnTo>
                        <a:pt x="79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74" name="组合 273"/>
            <p:cNvGrpSpPr/>
            <p:nvPr/>
          </p:nvGrpSpPr>
          <p:grpSpPr>
            <a:xfrm>
              <a:off x="104040" y="1415842"/>
              <a:ext cx="2725242" cy="1892292"/>
              <a:chOff x="3370758" y="4458491"/>
              <a:chExt cx="2725242" cy="1892292"/>
            </a:xfrm>
          </p:grpSpPr>
          <p:grpSp>
            <p:nvGrpSpPr>
              <p:cNvPr id="268" name="组合 267"/>
              <p:cNvGrpSpPr/>
              <p:nvPr/>
            </p:nvGrpSpPr>
            <p:grpSpPr>
              <a:xfrm>
                <a:off x="3767486" y="4494823"/>
                <a:ext cx="2328514" cy="1819628"/>
                <a:chOff x="1900048" y="3635022"/>
                <a:chExt cx="1175657" cy="979713"/>
              </a:xfrm>
            </p:grpSpPr>
            <p:grpSp>
              <p:nvGrpSpPr>
                <p:cNvPr id="233" name="图形 5"/>
                <p:cNvGrpSpPr/>
                <p:nvPr/>
              </p:nvGrpSpPr>
              <p:grpSpPr>
                <a:xfrm>
                  <a:off x="1900048" y="3635022"/>
                  <a:ext cx="1175656" cy="195942"/>
                  <a:chOff x="3450771" y="1632857"/>
                  <a:chExt cx="1175656" cy="195942"/>
                </a:xfrm>
                <a:solidFill>
                  <a:schemeClr val="accent6">
                    <a:lumMod val="50000"/>
                  </a:schemeClr>
                </a:solidFill>
              </p:grpSpPr>
              <p:sp>
                <p:nvSpPr>
                  <p:cNvPr id="234" name="任意多边形: 形状 233"/>
                  <p:cNvSpPr/>
                  <p:nvPr/>
                </p:nvSpPr>
                <p:spPr>
                  <a:xfrm>
                    <a:off x="3450771" y="1632857"/>
                    <a:ext cx="195942" cy="195942"/>
                  </a:xfrm>
                  <a:custGeom>
                    <a:avLst/>
                    <a:gdLst>
                      <a:gd name="connsiteX0" fmla="*/ 120 w 195942"/>
                      <a:gd name="connsiteY0" fmla="*/ 250 h 195942"/>
                      <a:gd name="connsiteX1" fmla="*/ 196063 w 195942"/>
                      <a:gd name="connsiteY1" fmla="*/ 250 h 195942"/>
                      <a:gd name="connsiteX2" fmla="*/ 196063 w 195942"/>
                      <a:gd name="connsiteY2" fmla="*/ 196193 h 195942"/>
                      <a:gd name="connsiteX3" fmla="*/ 120 w 195942"/>
                      <a:gd name="connsiteY3" fmla="*/ 19619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20" y="250"/>
                        </a:moveTo>
                        <a:lnTo>
                          <a:pt x="196063" y="250"/>
                        </a:lnTo>
                        <a:lnTo>
                          <a:pt x="196063" y="196193"/>
                        </a:lnTo>
                        <a:lnTo>
                          <a:pt x="120" y="19619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" name="任意多边形: 形状 234"/>
                  <p:cNvSpPr/>
                  <p:nvPr/>
                </p:nvSpPr>
                <p:spPr>
                  <a:xfrm>
                    <a:off x="3646714" y="1632857"/>
                    <a:ext cx="195942" cy="195942"/>
                  </a:xfrm>
                  <a:custGeom>
                    <a:avLst/>
                    <a:gdLst>
                      <a:gd name="connsiteX0" fmla="*/ 150 w 195942"/>
                      <a:gd name="connsiteY0" fmla="*/ 250 h 195942"/>
                      <a:gd name="connsiteX1" fmla="*/ 196093 w 195942"/>
                      <a:gd name="connsiteY1" fmla="*/ 250 h 195942"/>
                      <a:gd name="connsiteX2" fmla="*/ 196093 w 195942"/>
                      <a:gd name="connsiteY2" fmla="*/ 196193 h 195942"/>
                      <a:gd name="connsiteX3" fmla="*/ 150 w 195942"/>
                      <a:gd name="connsiteY3" fmla="*/ 19619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50" y="250"/>
                        </a:moveTo>
                        <a:lnTo>
                          <a:pt x="196093" y="250"/>
                        </a:lnTo>
                        <a:lnTo>
                          <a:pt x="196093" y="196193"/>
                        </a:lnTo>
                        <a:lnTo>
                          <a:pt x="150" y="19619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" name="任意多边形: 形状 235"/>
                  <p:cNvSpPr/>
                  <p:nvPr/>
                </p:nvSpPr>
                <p:spPr>
                  <a:xfrm>
                    <a:off x="3842657" y="1632857"/>
                    <a:ext cx="195942" cy="195942"/>
                  </a:xfrm>
                  <a:custGeom>
                    <a:avLst/>
                    <a:gdLst>
                      <a:gd name="connsiteX0" fmla="*/ 180 w 195942"/>
                      <a:gd name="connsiteY0" fmla="*/ 250 h 195942"/>
                      <a:gd name="connsiteX1" fmla="*/ 196123 w 195942"/>
                      <a:gd name="connsiteY1" fmla="*/ 250 h 195942"/>
                      <a:gd name="connsiteX2" fmla="*/ 196123 w 195942"/>
                      <a:gd name="connsiteY2" fmla="*/ 196193 h 195942"/>
                      <a:gd name="connsiteX3" fmla="*/ 180 w 195942"/>
                      <a:gd name="connsiteY3" fmla="*/ 19619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80" y="250"/>
                        </a:moveTo>
                        <a:lnTo>
                          <a:pt x="196123" y="250"/>
                        </a:lnTo>
                        <a:lnTo>
                          <a:pt x="196123" y="196193"/>
                        </a:lnTo>
                        <a:lnTo>
                          <a:pt x="180" y="19619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7" name="任意多边形: 形状 236"/>
                  <p:cNvSpPr/>
                  <p:nvPr/>
                </p:nvSpPr>
                <p:spPr>
                  <a:xfrm>
                    <a:off x="4038601" y="1632857"/>
                    <a:ext cx="195942" cy="195942"/>
                  </a:xfrm>
                  <a:custGeom>
                    <a:avLst/>
                    <a:gdLst>
                      <a:gd name="connsiteX0" fmla="*/ 210 w 195942"/>
                      <a:gd name="connsiteY0" fmla="*/ 250 h 195942"/>
                      <a:gd name="connsiteX1" fmla="*/ 196153 w 195942"/>
                      <a:gd name="connsiteY1" fmla="*/ 250 h 195942"/>
                      <a:gd name="connsiteX2" fmla="*/ 196153 w 195942"/>
                      <a:gd name="connsiteY2" fmla="*/ 196193 h 195942"/>
                      <a:gd name="connsiteX3" fmla="*/ 210 w 195942"/>
                      <a:gd name="connsiteY3" fmla="*/ 19619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10" y="250"/>
                        </a:moveTo>
                        <a:lnTo>
                          <a:pt x="196153" y="250"/>
                        </a:lnTo>
                        <a:lnTo>
                          <a:pt x="196153" y="196193"/>
                        </a:lnTo>
                        <a:lnTo>
                          <a:pt x="210" y="19619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8" name="任意多边形: 形状 237"/>
                  <p:cNvSpPr/>
                  <p:nvPr/>
                </p:nvSpPr>
                <p:spPr>
                  <a:xfrm>
                    <a:off x="4234542" y="1632857"/>
                    <a:ext cx="195942" cy="195942"/>
                  </a:xfrm>
                  <a:custGeom>
                    <a:avLst/>
                    <a:gdLst>
                      <a:gd name="connsiteX0" fmla="*/ 240 w 195942"/>
                      <a:gd name="connsiteY0" fmla="*/ 250 h 195942"/>
                      <a:gd name="connsiteX1" fmla="*/ 196183 w 195942"/>
                      <a:gd name="connsiteY1" fmla="*/ 250 h 195942"/>
                      <a:gd name="connsiteX2" fmla="*/ 196183 w 195942"/>
                      <a:gd name="connsiteY2" fmla="*/ 196193 h 195942"/>
                      <a:gd name="connsiteX3" fmla="*/ 240 w 195942"/>
                      <a:gd name="connsiteY3" fmla="*/ 19619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40" y="250"/>
                        </a:moveTo>
                        <a:lnTo>
                          <a:pt x="196183" y="250"/>
                        </a:lnTo>
                        <a:lnTo>
                          <a:pt x="196183" y="196193"/>
                        </a:lnTo>
                        <a:lnTo>
                          <a:pt x="240" y="19619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9" name="任意多边形: 形状 238"/>
                  <p:cNvSpPr/>
                  <p:nvPr/>
                </p:nvSpPr>
                <p:spPr>
                  <a:xfrm>
                    <a:off x="4430485" y="1632857"/>
                    <a:ext cx="195942" cy="195942"/>
                  </a:xfrm>
                  <a:custGeom>
                    <a:avLst/>
                    <a:gdLst>
                      <a:gd name="connsiteX0" fmla="*/ 270 w 195942"/>
                      <a:gd name="connsiteY0" fmla="*/ 250 h 195942"/>
                      <a:gd name="connsiteX1" fmla="*/ 196213 w 195942"/>
                      <a:gd name="connsiteY1" fmla="*/ 250 h 195942"/>
                      <a:gd name="connsiteX2" fmla="*/ 196213 w 195942"/>
                      <a:gd name="connsiteY2" fmla="*/ 196193 h 195942"/>
                      <a:gd name="connsiteX3" fmla="*/ 270 w 195942"/>
                      <a:gd name="connsiteY3" fmla="*/ 19619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70" y="250"/>
                        </a:moveTo>
                        <a:lnTo>
                          <a:pt x="196213" y="250"/>
                        </a:lnTo>
                        <a:lnTo>
                          <a:pt x="196213" y="196193"/>
                        </a:lnTo>
                        <a:lnTo>
                          <a:pt x="270" y="19619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40" name="图形 5"/>
                <p:cNvGrpSpPr/>
                <p:nvPr/>
              </p:nvGrpSpPr>
              <p:grpSpPr>
                <a:xfrm>
                  <a:off x="1900048" y="3830110"/>
                  <a:ext cx="1175656" cy="196797"/>
                  <a:chOff x="3450771" y="1827945"/>
                  <a:chExt cx="1175656" cy="196797"/>
                </a:xfrm>
                <a:solidFill>
                  <a:srgbClr val="000000"/>
                </a:solidFill>
              </p:grpSpPr>
              <p:sp>
                <p:nvSpPr>
                  <p:cNvPr id="241" name="任意多边形: 形状 240"/>
                  <p:cNvSpPr/>
                  <p:nvPr/>
                </p:nvSpPr>
                <p:spPr>
                  <a:xfrm>
                    <a:off x="3450771" y="1828800"/>
                    <a:ext cx="195942" cy="195942"/>
                  </a:xfrm>
                  <a:custGeom>
                    <a:avLst/>
                    <a:gdLst>
                      <a:gd name="connsiteX0" fmla="*/ 120 w 195942"/>
                      <a:gd name="connsiteY0" fmla="*/ 280 h 195942"/>
                      <a:gd name="connsiteX1" fmla="*/ 196063 w 195942"/>
                      <a:gd name="connsiteY1" fmla="*/ 280 h 195942"/>
                      <a:gd name="connsiteX2" fmla="*/ 196063 w 195942"/>
                      <a:gd name="connsiteY2" fmla="*/ 196223 h 195942"/>
                      <a:gd name="connsiteX3" fmla="*/ 120 w 195942"/>
                      <a:gd name="connsiteY3" fmla="*/ 19622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20" y="280"/>
                        </a:moveTo>
                        <a:lnTo>
                          <a:pt x="196063" y="280"/>
                        </a:lnTo>
                        <a:lnTo>
                          <a:pt x="196063" y="196223"/>
                        </a:lnTo>
                        <a:lnTo>
                          <a:pt x="120" y="19622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2" name="任意多边形: 形状 241"/>
                  <p:cNvSpPr/>
                  <p:nvPr/>
                </p:nvSpPr>
                <p:spPr>
                  <a:xfrm>
                    <a:off x="3646714" y="1828800"/>
                    <a:ext cx="195942" cy="195942"/>
                  </a:xfrm>
                  <a:custGeom>
                    <a:avLst/>
                    <a:gdLst>
                      <a:gd name="connsiteX0" fmla="*/ 150 w 195942"/>
                      <a:gd name="connsiteY0" fmla="*/ 280 h 195942"/>
                      <a:gd name="connsiteX1" fmla="*/ 196093 w 195942"/>
                      <a:gd name="connsiteY1" fmla="*/ 280 h 195942"/>
                      <a:gd name="connsiteX2" fmla="*/ 196093 w 195942"/>
                      <a:gd name="connsiteY2" fmla="*/ 196223 h 195942"/>
                      <a:gd name="connsiteX3" fmla="*/ 150 w 195942"/>
                      <a:gd name="connsiteY3" fmla="*/ 19622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50" y="280"/>
                        </a:moveTo>
                        <a:lnTo>
                          <a:pt x="196093" y="280"/>
                        </a:lnTo>
                        <a:lnTo>
                          <a:pt x="196093" y="196223"/>
                        </a:lnTo>
                        <a:lnTo>
                          <a:pt x="150" y="19622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3" name="任意多边形: 形状 242"/>
                  <p:cNvSpPr/>
                  <p:nvPr/>
                </p:nvSpPr>
                <p:spPr>
                  <a:xfrm>
                    <a:off x="3842657" y="1827945"/>
                    <a:ext cx="195942" cy="195942"/>
                  </a:xfrm>
                  <a:custGeom>
                    <a:avLst/>
                    <a:gdLst>
                      <a:gd name="connsiteX0" fmla="*/ 180 w 195942"/>
                      <a:gd name="connsiteY0" fmla="*/ 280 h 195942"/>
                      <a:gd name="connsiteX1" fmla="*/ 196123 w 195942"/>
                      <a:gd name="connsiteY1" fmla="*/ 280 h 195942"/>
                      <a:gd name="connsiteX2" fmla="*/ 196123 w 195942"/>
                      <a:gd name="connsiteY2" fmla="*/ 196223 h 195942"/>
                      <a:gd name="connsiteX3" fmla="*/ 180 w 195942"/>
                      <a:gd name="connsiteY3" fmla="*/ 19622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80" y="280"/>
                        </a:moveTo>
                        <a:lnTo>
                          <a:pt x="196123" y="280"/>
                        </a:lnTo>
                        <a:lnTo>
                          <a:pt x="196123" y="196223"/>
                        </a:lnTo>
                        <a:lnTo>
                          <a:pt x="180" y="19622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4" name="任意多边形: 形状 243"/>
                  <p:cNvSpPr/>
                  <p:nvPr/>
                </p:nvSpPr>
                <p:spPr>
                  <a:xfrm>
                    <a:off x="4038600" y="1828800"/>
                    <a:ext cx="195942" cy="195942"/>
                  </a:xfrm>
                  <a:custGeom>
                    <a:avLst/>
                    <a:gdLst>
                      <a:gd name="connsiteX0" fmla="*/ 210 w 195942"/>
                      <a:gd name="connsiteY0" fmla="*/ 280 h 195942"/>
                      <a:gd name="connsiteX1" fmla="*/ 196153 w 195942"/>
                      <a:gd name="connsiteY1" fmla="*/ 280 h 195942"/>
                      <a:gd name="connsiteX2" fmla="*/ 196153 w 195942"/>
                      <a:gd name="connsiteY2" fmla="*/ 196223 h 195942"/>
                      <a:gd name="connsiteX3" fmla="*/ 210 w 195942"/>
                      <a:gd name="connsiteY3" fmla="*/ 19622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10" y="280"/>
                        </a:moveTo>
                        <a:lnTo>
                          <a:pt x="196153" y="280"/>
                        </a:lnTo>
                        <a:lnTo>
                          <a:pt x="196153" y="196223"/>
                        </a:lnTo>
                        <a:lnTo>
                          <a:pt x="210" y="19622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5" name="任意多边形: 形状 244"/>
                  <p:cNvSpPr/>
                  <p:nvPr/>
                </p:nvSpPr>
                <p:spPr>
                  <a:xfrm>
                    <a:off x="4234542" y="1828800"/>
                    <a:ext cx="195942" cy="195942"/>
                  </a:xfrm>
                  <a:custGeom>
                    <a:avLst/>
                    <a:gdLst>
                      <a:gd name="connsiteX0" fmla="*/ 240 w 195942"/>
                      <a:gd name="connsiteY0" fmla="*/ 280 h 195942"/>
                      <a:gd name="connsiteX1" fmla="*/ 196183 w 195942"/>
                      <a:gd name="connsiteY1" fmla="*/ 280 h 195942"/>
                      <a:gd name="connsiteX2" fmla="*/ 196183 w 195942"/>
                      <a:gd name="connsiteY2" fmla="*/ 196223 h 195942"/>
                      <a:gd name="connsiteX3" fmla="*/ 240 w 195942"/>
                      <a:gd name="connsiteY3" fmla="*/ 19622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40" y="280"/>
                        </a:moveTo>
                        <a:lnTo>
                          <a:pt x="196183" y="280"/>
                        </a:lnTo>
                        <a:lnTo>
                          <a:pt x="196183" y="196223"/>
                        </a:lnTo>
                        <a:lnTo>
                          <a:pt x="240" y="19622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" name="任意多边形: 形状 245"/>
                  <p:cNvSpPr/>
                  <p:nvPr/>
                </p:nvSpPr>
                <p:spPr>
                  <a:xfrm>
                    <a:off x="4430485" y="1828800"/>
                    <a:ext cx="195942" cy="195942"/>
                  </a:xfrm>
                  <a:custGeom>
                    <a:avLst/>
                    <a:gdLst>
                      <a:gd name="connsiteX0" fmla="*/ 270 w 195942"/>
                      <a:gd name="connsiteY0" fmla="*/ 280 h 195942"/>
                      <a:gd name="connsiteX1" fmla="*/ 196213 w 195942"/>
                      <a:gd name="connsiteY1" fmla="*/ 280 h 195942"/>
                      <a:gd name="connsiteX2" fmla="*/ 196213 w 195942"/>
                      <a:gd name="connsiteY2" fmla="*/ 196223 h 195942"/>
                      <a:gd name="connsiteX3" fmla="*/ 270 w 195942"/>
                      <a:gd name="connsiteY3" fmla="*/ 19622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70" y="280"/>
                        </a:moveTo>
                        <a:lnTo>
                          <a:pt x="196213" y="280"/>
                        </a:lnTo>
                        <a:lnTo>
                          <a:pt x="196213" y="196223"/>
                        </a:lnTo>
                        <a:lnTo>
                          <a:pt x="270" y="19622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47" name="图形 5"/>
                <p:cNvGrpSpPr/>
                <p:nvPr/>
              </p:nvGrpSpPr>
              <p:grpSpPr>
                <a:xfrm>
                  <a:off x="1900048" y="4026907"/>
                  <a:ext cx="1175657" cy="195942"/>
                  <a:chOff x="3450771" y="2024742"/>
                  <a:chExt cx="1175657" cy="195942"/>
                </a:xfrm>
                <a:solidFill>
                  <a:srgbClr val="000000"/>
                </a:solidFill>
              </p:grpSpPr>
              <p:sp>
                <p:nvSpPr>
                  <p:cNvPr id="248" name="任意多边形: 形状 247"/>
                  <p:cNvSpPr/>
                  <p:nvPr/>
                </p:nvSpPr>
                <p:spPr>
                  <a:xfrm>
                    <a:off x="3450771" y="2024742"/>
                    <a:ext cx="195942" cy="195942"/>
                  </a:xfrm>
                  <a:custGeom>
                    <a:avLst/>
                    <a:gdLst>
                      <a:gd name="connsiteX0" fmla="*/ 120 w 195942"/>
                      <a:gd name="connsiteY0" fmla="*/ 310 h 195942"/>
                      <a:gd name="connsiteX1" fmla="*/ 196063 w 195942"/>
                      <a:gd name="connsiteY1" fmla="*/ 310 h 195942"/>
                      <a:gd name="connsiteX2" fmla="*/ 196063 w 195942"/>
                      <a:gd name="connsiteY2" fmla="*/ 196253 h 195942"/>
                      <a:gd name="connsiteX3" fmla="*/ 120 w 195942"/>
                      <a:gd name="connsiteY3" fmla="*/ 19625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20" y="310"/>
                        </a:moveTo>
                        <a:lnTo>
                          <a:pt x="196063" y="310"/>
                        </a:lnTo>
                        <a:lnTo>
                          <a:pt x="196063" y="196253"/>
                        </a:lnTo>
                        <a:lnTo>
                          <a:pt x="120" y="19625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9" name="任意多边形: 形状 248"/>
                  <p:cNvSpPr/>
                  <p:nvPr/>
                </p:nvSpPr>
                <p:spPr>
                  <a:xfrm>
                    <a:off x="3646714" y="2024742"/>
                    <a:ext cx="195942" cy="195942"/>
                  </a:xfrm>
                  <a:custGeom>
                    <a:avLst/>
                    <a:gdLst>
                      <a:gd name="connsiteX0" fmla="*/ 150 w 195942"/>
                      <a:gd name="connsiteY0" fmla="*/ 310 h 195942"/>
                      <a:gd name="connsiteX1" fmla="*/ 196093 w 195942"/>
                      <a:gd name="connsiteY1" fmla="*/ 310 h 195942"/>
                      <a:gd name="connsiteX2" fmla="*/ 196093 w 195942"/>
                      <a:gd name="connsiteY2" fmla="*/ 196253 h 195942"/>
                      <a:gd name="connsiteX3" fmla="*/ 150 w 195942"/>
                      <a:gd name="connsiteY3" fmla="*/ 19625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50" y="310"/>
                        </a:moveTo>
                        <a:lnTo>
                          <a:pt x="196093" y="310"/>
                        </a:lnTo>
                        <a:lnTo>
                          <a:pt x="196093" y="196253"/>
                        </a:lnTo>
                        <a:lnTo>
                          <a:pt x="150" y="19625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0" name="任意多边形: 形状 249"/>
                  <p:cNvSpPr/>
                  <p:nvPr/>
                </p:nvSpPr>
                <p:spPr>
                  <a:xfrm>
                    <a:off x="3842657" y="2024742"/>
                    <a:ext cx="195942" cy="195942"/>
                  </a:xfrm>
                  <a:custGeom>
                    <a:avLst/>
                    <a:gdLst>
                      <a:gd name="connsiteX0" fmla="*/ 180 w 195942"/>
                      <a:gd name="connsiteY0" fmla="*/ 310 h 195942"/>
                      <a:gd name="connsiteX1" fmla="*/ 196123 w 195942"/>
                      <a:gd name="connsiteY1" fmla="*/ 310 h 195942"/>
                      <a:gd name="connsiteX2" fmla="*/ 196123 w 195942"/>
                      <a:gd name="connsiteY2" fmla="*/ 196253 h 195942"/>
                      <a:gd name="connsiteX3" fmla="*/ 180 w 195942"/>
                      <a:gd name="connsiteY3" fmla="*/ 19625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80" y="310"/>
                        </a:moveTo>
                        <a:lnTo>
                          <a:pt x="196123" y="310"/>
                        </a:lnTo>
                        <a:lnTo>
                          <a:pt x="196123" y="196253"/>
                        </a:lnTo>
                        <a:lnTo>
                          <a:pt x="180" y="19625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1" name="任意多边形: 形状 250"/>
                  <p:cNvSpPr/>
                  <p:nvPr/>
                </p:nvSpPr>
                <p:spPr>
                  <a:xfrm>
                    <a:off x="4038600" y="2024742"/>
                    <a:ext cx="195942" cy="195942"/>
                  </a:xfrm>
                  <a:custGeom>
                    <a:avLst/>
                    <a:gdLst>
                      <a:gd name="connsiteX0" fmla="*/ 210 w 195942"/>
                      <a:gd name="connsiteY0" fmla="*/ 310 h 195942"/>
                      <a:gd name="connsiteX1" fmla="*/ 196153 w 195942"/>
                      <a:gd name="connsiteY1" fmla="*/ 310 h 195942"/>
                      <a:gd name="connsiteX2" fmla="*/ 196153 w 195942"/>
                      <a:gd name="connsiteY2" fmla="*/ 196253 h 195942"/>
                      <a:gd name="connsiteX3" fmla="*/ 210 w 195942"/>
                      <a:gd name="connsiteY3" fmla="*/ 19625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10" y="310"/>
                        </a:moveTo>
                        <a:lnTo>
                          <a:pt x="196153" y="310"/>
                        </a:lnTo>
                        <a:lnTo>
                          <a:pt x="196153" y="196253"/>
                        </a:lnTo>
                        <a:lnTo>
                          <a:pt x="210" y="19625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2" name="任意多边形: 形状 251"/>
                  <p:cNvSpPr/>
                  <p:nvPr/>
                </p:nvSpPr>
                <p:spPr>
                  <a:xfrm>
                    <a:off x="4234542" y="2024742"/>
                    <a:ext cx="195942" cy="195942"/>
                  </a:xfrm>
                  <a:custGeom>
                    <a:avLst/>
                    <a:gdLst>
                      <a:gd name="connsiteX0" fmla="*/ 240 w 195942"/>
                      <a:gd name="connsiteY0" fmla="*/ 310 h 195942"/>
                      <a:gd name="connsiteX1" fmla="*/ 196183 w 195942"/>
                      <a:gd name="connsiteY1" fmla="*/ 310 h 195942"/>
                      <a:gd name="connsiteX2" fmla="*/ 196183 w 195942"/>
                      <a:gd name="connsiteY2" fmla="*/ 196253 h 195942"/>
                      <a:gd name="connsiteX3" fmla="*/ 240 w 195942"/>
                      <a:gd name="connsiteY3" fmla="*/ 19625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40" y="310"/>
                        </a:moveTo>
                        <a:lnTo>
                          <a:pt x="196183" y="310"/>
                        </a:lnTo>
                        <a:lnTo>
                          <a:pt x="196183" y="196253"/>
                        </a:lnTo>
                        <a:lnTo>
                          <a:pt x="240" y="19625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3" name="任意多边形: 形状 252"/>
                  <p:cNvSpPr/>
                  <p:nvPr/>
                </p:nvSpPr>
                <p:spPr>
                  <a:xfrm>
                    <a:off x="4430485" y="2024742"/>
                    <a:ext cx="195942" cy="195942"/>
                  </a:xfrm>
                  <a:custGeom>
                    <a:avLst/>
                    <a:gdLst>
                      <a:gd name="connsiteX0" fmla="*/ 270 w 195942"/>
                      <a:gd name="connsiteY0" fmla="*/ 310 h 195942"/>
                      <a:gd name="connsiteX1" fmla="*/ 196213 w 195942"/>
                      <a:gd name="connsiteY1" fmla="*/ 310 h 195942"/>
                      <a:gd name="connsiteX2" fmla="*/ 196213 w 195942"/>
                      <a:gd name="connsiteY2" fmla="*/ 196253 h 195942"/>
                      <a:gd name="connsiteX3" fmla="*/ 270 w 195942"/>
                      <a:gd name="connsiteY3" fmla="*/ 19625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70" y="310"/>
                        </a:moveTo>
                        <a:lnTo>
                          <a:pt x="196213" y="310"/>
                        </a:lnTo>
                        <a:lnTo>
                          <a:pt x="196213" y="196253"/>
                        </a:lnTo>
                        <a:lnTo>
                          <a:pt x="270" y="19625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54" name="图形 5"/>
                <p:cNvGrpSpPr/>
                <p:nvPr/>
              </p:nvGrpSpPr>
              <p:grpSpPr>
                <a:xfrm>
                  <a:off x="1900048" y="4222850"/>
                  <a:ext cx="1175657" cy="195942"/>
                  <a:chOff x="3450771" y="2220685"/>
                  <a:chExt cx="1175657" cy="195942"/>
                </a:xfrm>
                <a:solidFill>
                  <a:srgbClr val="000000"/>
                </a:solidFill>
              </p:grpSpPr>
              <p:sp>
                <p:nvSpPr>
                  <p:cNvPr id="255" name="任意多边形: 形状 254"/>
                  <p:cNvSpPr/>
                  <p:nvPr/>
                </p:nvSpPr>
                <p:spPr>
                  <a:xfrm>
                    <a:off x="3450771" y="2220685"/>
                    <a:ext cx="195942" cy="195942"/>
                  </a:xfrm>
                  <a:custGeom>
                    <a:avLst/>
                    <a:gdLst>
                      <a:gd name="connsiteX0" fmla="*/ 120 w 195942"/>
                      <a:gd name="connsiteY0" fmla="*/ 340 h 195942"/>
                      <a:gd name="connsiteX1" fmla="*/ 196063 w 195942"/>
                      <a:gd name="connsiteY1" fmla="*/ 340 h 195942"/>
                      <a:gd name="connsiteX2" fmla="*/ 196063 w 195942"/>
                      <a:gd name="connsiteY2" fmla="*/ 196283 h 195942"/>
                      <a:gd name="connsiteX3" fmla="*/ 120 w 195942"/>
                      <a:gd name="connsiteY3" fmla="*/ 19628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20" y="340"/>
                        </a:moveTo>
                        <a:lnTo>
                          <a:pt x="196063" y="340"/>
                        </a:lnTo>
                        <a:lnTo>
                          <a:pt x="196063" y="196283"/>
                        </a:lnTo>
                        <a:lnTo>
                          <a:pt x="120" y="19628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" name="任意多边形: 形状 255"/>
                  <p:cNvSpPr/>
                  <p:nvPr/>
                </p:nvSpPr>
                <p:spPr>
                  <a:xfrm>
                    <a:off x="3646714" y="2220685"/>
                    <a:ext cx="195942" cy="195942"/>
                  </a:xfrm>
                  <a:custGeom>
                    <a:avLst/>
                    <a:gdLst>
                      <a:gd name="connsiteX0" fmla="*/ 150 w 195942"/>
                      <a:gd name="connsiteY0" fmla="*/ 340 h 195942"/>
                      <a:gd name="connsiteX1" fmla="*/ 196093 w 195942"/>
                      <a:gd name="connsiteY1" fmla="*/ 340 h 195942"/>
                      <a:gd name="connsiteX2" fmla="*/ 196093 w 195942"/>
                      <a:gd name="connsiteY2" fmla="*/ 196283 h 195942"/>
                      <a:gd name="connsiteX3" fmla="*/ 150 w 195942"/>
                      <a:gd name="connsiteY3" fmla="*/ 19628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50" y="340"/>
                        </a:moveTo>
                        <a:lnTo>
                          <a:pt x="196093" y="340"/>
                        </a:lnTo>
                        <a:lnTo>
                          <a:pt x="196093" y="196283"/>
                        </a:lnTo>
                        <a:lnTo>
                          <a:pt x="150" y="19628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" name="任意多边形: 形状 256"/>
                  <p:cNvSpPr/>
                  <p:nvPr/>
                </p:nvSpPr>
                <p:spPr>
                  <a:xfrm>
                    <a:off x="3842657" y="2220685"/>
                    <a:ext cx="195942" cy="195942"/>
                  </a:xfrm>
                  <a:custGeom>
                    <a:avLst/>
                    <a:gdLst>
                      <a:gd name="connsiteX0" fmla="*/ 180 w 195942"/>
                      <a:gd name="connsiteY0" fmla="*/ 340 h 195942"/>
                      <a:gd name="connsiteX1" fmla="*/ 196123 w 195942"/>
                      <a:gd name="connsiteY1" fmla="*/ 340 h 195942"/>
                      <a:gd name="connsiteX2" fmla="*/ 196123 w 195942"/>
                      <a:gd name="connsiteY2" fmla="*/ 196283 h 195942"/>
                      <a:gd name="connsiteX3" fmla="*/ 180 w 195942"/>
                      <a:gd name="connsiteY3" fmla="*/ 19628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80" y="340"/>
                        </a:moveTo>
                        <a:lnTo>
                          <a:pt x="196123" y="340"/>
                        </a:lnTo>
                        <a:lnTo>
                          <a:pt x="196123" y="196283"/>
                        </a:lnTo>
                        <a:lnTo>
                          <a:pt x="180" y="19628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8" name="任意多边形: 形状 257"/>
                  <p:cNvSpPr/>
                  <p:nvPr/>
                </p:nvSpPr>
                <p:spPr>
                  <a:xfrm>
                    <a:off x="4038600" y="2220685"/>
                    <a:ext cx="195942" cy="195942"/>
                  </a:xfrm>
                  <a:custGeom>
                    <a:avLst/>
                    <a:gdLst>
                      <a:gd name="connsiteX0" fmla="*/ 210 w 195942"/>
                      <a:gd name="connsiteY0" fmla="*/ 340 h 195942"/>
                      <a:gd name="connsiteX1" fmla="*/ 196153 w 195942"/>
                      <a:gd name="connsiteY1" fmla="*/ 340 h 195942"/>
                      <a:gd name="connsiteX2" fmla="*/ 196153 w 195942"/>
                      <a:gd name="connsiteY2" fmla="*/ 196283 h 195942"/>
                      <a:gd name="connsiteX3" fmla="*/ 210 w 195942"/>
                      <a:gd name="connsiteY3" fmla="*/ 19628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10" y="340"/>
                        </a:moveTo>
                        <a:lnTo>
                          <a:pt x="196153" y="340"/>
                        </a:lnTo>
                        <a:lnTo>
                          <a:pt x="196153" y="196283"/>
                        </a:lnTo>
                        <a:lnTo>
                          <a:pt x="210" y="19628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9" name="任意多边形: 形状 258"/>
                  <p:cNvSpPr/>
                  <p:nvPr/>
                </p:nvSpPr>
                <p:spPr>
                  <a:xfrm>
                    <a:off x="4234542" y="2220685"/>
                    <a:ext cx="195942" cy="195942"/>
                  </a:xfrm>
                  <a:custGeom>
                    <a:avLst/>
                    <a:gdLst>
                      <a:gd name="connsiteX0" fmla="*/ 240 w 195942"/>
                      <a:gd name="connsiteY0" fmla="*/ 340 h 195942"/>
                      <a:gd name="connsiteX1" fmla="*/ 196183 w 195942"/>
                      <a:gd name="connsiteY1" fmla="*/ 340 h 195942"/>
                      <a:gd name="connsiteX2" fmla="*/ 196183 w 195942"/>
                      <a:gd name="connsiteY2" fmla="*/ 196283 h 195942"/>
                      <a:gd name="connsiteX3" fmla="*/ 240 w 195942"/>
                      <a:gd name="connsiteY3" fmla="*/ 19628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40" y="340"/>
                        </a:moveTo>
                        <a:lnTo>
                          <a:pt x="196183" y="340"/>
                        </a:lnTo>
                        <a:lnTo>
                          <a:pt x="196183" y="196283"/>
                        </a:lnTo>
                        <a:lnTo>
                          <a:pt x="240" y="19628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0" name="任意多边形: 形状 259"/>
                  <p:cNvSpPr/>
                  <p:nvPr/>
                </p:nvSpPr>
                <p:spPr>
                  <a:xfrm>
                    <a:off x="4430485" y="2220685"/>
                    <a:ext cx="195942" cy="195942"/>
                  </a:xfrm>
                  <a:custGeom>
                    <a:avLst/>
                    <a:gdLst>
                      <a:gd name="connsiteX0" fmla="*/ 270 w 195942"/>
                      <a:gd name="connsiteY0" fmla="*/ 340 h 195942"/>
                      <a:gd name="connsiteX1" fmla="*/ 196213 w 195942"/>
                      <a:gd name="connsiteY1" fmla="*/ 340 h 195942"/>
                      <a:gd name="connsiteX2" fmla="*/ 196213 w 195942"/>
                      <a:gd name="connsiteY2" fmla="*/ 196283 h 195942"/>
                      <a:gd name="connsiteX3" fmla="*/ 270 w 195942"/>
                      <a:gd name="connsiteY3" fmla="*/ 19628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70" y="340"/>
                        </a:moveTo>
                        <a:lnTo>
                          <a:pt x="196213" y="340"/>
                        </a:lnTo>
                        <a:lnTo>
                          <a:pt x="196213" y="196283"/>
                        </a:lnTo>
                        <a:lnTo>
                          <a:pt x="270" y="19628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1" name="图形 5"/>
                <p:cNvGrpSpPr/>
                <p:nvPr/>
              </p:nvGrpSpPr>
              <p:grpSpPr>
                <a:xfrm>
                  <a:off x="1900048" y="4418793"/>
                  <a:ext cx="1175657" cy="195942"/>
                  <a:chOff x="3450771" y="2416628"/>
                  <a:chExt cx="1175657" cy="195942"/>
                </a:xfrm>
                <a:solidFill>
                  <a:srgbClr val="000000"/>
                </a:solidFill>
              </p:grpSpPr>
              <p:sp>
                <p:nvSpPr>
                  <p:cNvPr id="262" name="任意多边形: 形状 261"/>
                  <p:cNvSpPr/>
                  <p:nvPr/>
                </p:nvSpPr>
                <p:spPr>
                  <a:xfrm>
                    <a:off x="3450771" y="2416628"/>
                    <a:ext cx="195942" cy="195942"/>
                  </a:xfrm>
                  <a:custGeom>
                    <a:avLst/>
                    <a:gdLst>
                      <a:gd name="connsiteX0" fmla="*/ 120 w 195942"/>
                      <a:gd name="connsiteY0" fmla="*/ 370 h 195942"/>
                      <a:gd name="connsiteX1" fmla="*/ 196063 w 195942"/>
                      <a:gd name="connsiteY1" fmla="*/ 370 h 195942"/>
                      <a:gd name="connsiteX2" fmla="*/ 196063 w 195942"/>
                      <a:gd name="connsiteY2" fmla="*/ 196313 h 195942"/>
                      <a:gd name="connsiteX3" fmla="*/ 120 w 195942"/>
                      <a:gd name="connsiteY3" fmla="*/ 19631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20" y="370"/>
                        </a:moveTo>
                        <a:lnTo>
                          <a:pt x="196063" y="370"/>
                        </a:lnTo>
                        <a:lnTo>
                          <a:pt x="196063" y="196313"/>
                        </a:lnTo>
                        <a:lnTo>
                          <a:pt x="120" y="19631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3" name="任意多边形: 形状 262"/>
                  <p:cNvSpPr/>
                  <p:nvPr/>
                </p:nvSpPr>
                <p:spPr>
                  <a:xfrm>
                    <a:off x="3646714" y="2416628"/>
                    <a:ext cx="195942" cy="195942"/>
                  </a:xfrm>
                  <a:custGeom>
                    <a:avLst/>
                    <a:gdLst>
                      <a:gd name="connsiteX0" fmla="*/ 150 w 195942"/>
                      <a:gd name="connsiteY0" fmla="*/ 370 h 195942"/>
                      <a:gd name="connsiteX1" fmla="*/ 196093 w 195942"/>
                      <a:gd name="connsiteY1" fmla="*/ 370 h 195942"/>
                      <a:gd name="connsiteX2" fmla="*/ 196093 w 195942"/>
                      <a:gd name="connsiteY2" fmla="*/ 196313 h 195942"/>
                      <a:gd name="connsiteX3" fmla="*/ 150 w 195942"/>
                      <a:gd name="connsiteY3" fmla="*/ 19631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50" y="370"/>
                        </a:moveTo>
                        <a:lnTo>
                          <a:pt x="196093" y="370"/>
                        </a:lnTo>
                        <a:lnTo>
                          <a:pt x="196093" y="196313"/>
                        </a:lnTo>
                        <a:lnTo>
                          <a:pt x="150" y="19631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4" name="任意多边形: 形状 263"/>
                  <p:cNvSpPr/>
                  <p:nvPr/>
                </p:nvSpPr>
                <p:spPr>
                  <a:xfrm>
                    <a:off x="3842657" y="2416628"/>
                    <a:ext cx="195942" cy="195942"/>
                  </a:xfrm>
                  <a:custGeom>
                    <a:avLst/>
                    <a:gdLst>
                      <a:gd name="connsiteX0" fmla="*/ 180 w 195942"/>
                      <a:gd name="connsiteY0" fmla="*/ 370 h 195942"/>
                      <a:gd name="connsiteX1" fmla="*/ 196123 w 195942"/>
                      <a:gd name="connsiteY1" fmla="*/ 370 h 195942"/>
                      <a:gd name="connsiteX2" fmla="*/ 196123 w 195942"/>
                      <a:gd name="connsiteY2" fmla="*/ 196313 h 195942"/>
                      <a:gd name="connsiteX3" fmla="*/ 180 w 195942"/>
                      <a:gd name="connsiteY3" fmla="*/ 19631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180" y="370"/>
                        </a:moveTo>
                        <a:lnTo>
                          <a:pt x="196123" y="370"/>
                        </a:lnTo>
                        <a:lnTo>
                          <a:pt x="196123" y="196313"/>
                        </a:lnTo>
                        <a:lnTo>
                          <a:pt x="180" y="19631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5" name="任意多边形: 形状 264"/>
                  <p:cNvSpPr/>
                  <p:nvPr/>
                </p:nvSpPr>
                <p:spPr>
                  <a:xfrm>
                    <a:off x="4038600" y="2416628"/>
                    <a:ext cx="195942" cy="195942"/>
                  </a:xfrm>
                  <a:custGeom>
                    <a:avLst/>
                    <a:gdLst>
                      <a:gd name="connsiteX0" fmla="*/ 210 w 195942"/>
                      <a:gd name="connsiteY0" fmla="*/ 370 h 195942"/>
                      <a:gd name="connsiteX1" fmla="*/ 196153 w 195942"/>
                      <a:gd name="connsiteY1" fmla="*/ 370 h 195942"/>
                      <a:gd name="connsiteX2" fmla="*/ 196153 w 195942"/>
                      <a:gd name="connsiteY2" fmla="*/ 196313 h 195942"/>
                      <a:gd name="connsiteX3" fmla="*/ 210 w 195942"/>
                      <a:gd name="connsiteY3" fmla="*/ 19631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10" y="370"/>
                        </a:moveTo>
                        <a:lnTo>
                          <a:pt x="196153" y="370"/>
                        </a:lnTo>
                        <a:lnTo>
                          <a:pt x="196153" y="196313"/>
                        </a:lnTo>
                        <a:lnTo>
                          <a:pt x="210" y="19631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" name="任意多边形: 形状 265"/>
                  <p:cNvSpPr/>
                  <p:nvPr/>
                </p:nvSpPr>
                <p:spPr>
                  <a:xfrm>
                    <a:off x="4234542" y="2416628"/>
                    <a:ext cx="195942" cy="195942"/>
                  </a:xfrm>
                  <a:custGeom>
                    <a:avLst/>
                    <a:gdLst>
                      <a:gd name="connsiteX0" fmla="*/ 240 w 195942"/>
                      <a:gd name="connsiteY0" fmla="*/ 370 h 195942"/>
                      <a:gd name="connsiteX1" fmla="*/ 196183 w 195942"/>
                      <a:gd name="connsiteY1" fmla="*/ 370 h 195942"/>
                      <a:gd name="connsiteX2" fmla="*/ 196183 w 195942"/>
                      <a:gd name="connsiteY2" fmla="*/ 196313 h 195942"/>
                      <a:gd name="connsiteX3" fmla="*/ 240 w 195942"/>
                      <a:gd name="connsiteY3" fmla="*/ 19631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40" y="370"/>
                        </a:moveTo>
                        <a:lnTo>
                          <a:pt x="196183" y="370"/>
                        </a:lnTo>
                        <a:lnTo>
                          <a:pt x="196183" y="196313"/>
                        </a:lnTo>
                        <a:lnTo>
                          <a:pt x="240" y="19631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" name="任意多边形: 形状 266"/>
                  <p:cNvSpPr/>
                  <p:nvPr/>
                </p:nvSpPr>
                <p:spPr>
                  <a:xfrm>
                    <a:off x="4430485" y="2416628"/>
                    <a:ext cx="195942" cy="195942"/>
                  </a:xfrm>
                  <a:custGeom>
                    <a:avLst/>
                    <a:gdLst>
                      <a:gd name="connsiteX0" fmla="*/ 270 w 195942"/>
                      <a:gd name="connsiteY0" fmla="*/ 370 h 195942"/>
                      <a:gd name="connsiteX1" fmla="*/ 196213 w 195942"/>
                      <a:gd name="connsiteY1" fmla="*/ 370 h 195942"/>
                      <a:gd name="connsiteX2" fmla="*/ 196213 w 195942"/>
                      <a:gd name="connsiteY2" fmla="*/ 196313 h 195942"/>
                      <a:gd name="connsiteX3" fmla="*/ 270 w 195942"/>
                      <a:gd name="connsiteY3" fmla="*/ 196313 h 195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5942" h="195942">
                        <a:moveTo>
                          <a:pt x="270" y="370"/>
                        </a:moveTo>
                        <a:lnTo>
                          <a:pt x="196213" y="370"/>
                        </a:lnTo>
                        <a:lnTo>
                          <a:pt x="196213" y="196313"/>
                        </a:lnTo>
                        <a:lnTo>
                          <a:pt x="270" y="196313"/>
                        </a:lnTo>
                        <a:close/>
                      </a:path>
                    </a:pathLst>
                  </a:custGeom>
                  <a:solidFill>
                    <a:srgbClr val="D9EAD3"/>
                  </a:solidFill>
                  <a:ln w="9797" cap="flat">
                    <a:solidFill>
                      <a:srgbClr val="333333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269" name="文本框 268"/>
              <p:cNvSpPr txBox="1"/>
              <p:nvPr/>
            </p:nvSpPr>
            <p:spPr>
              <a:xfrm>
                <a:off x="3370758" y="4858857"/>
                <a:ext cx="920750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爱</a:t>
                </a:r>
                <a:endPara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文本框 269"/>
              <p:cNvSpPr txBox="1"/>
              <p:nvPr/>
            </p:nvSpPr>
            <p:spPr>
              <a:xfrm>
                <a:off x="3380304" y="4458491"/>
                <a:ext cx="920750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你</a:t>
                </a:r>
                <a:endPara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文本框 270"/>
              <p:cNvSpPr txBox="1"/>
              <p:nvPr/>
            </p:nvSpPr>
            <p:spPr>
              <a:xfrm>
                <a:off x="3379400" y="5240389"/>
                <a:ext cx="920750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吃</a:t>
                </a:r>
                <a:endPara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文本框 271"/>
              <p:cNvSpPr txBox="1"/>
              <p:nvPr/>
            </p:nvSpPr>
            <p:spPr>
              <a:xfrm>
                <a:off x="3391769" y="5981451"/>
                <a:ext cx="920750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吗</a:t>
                </a:r>
                <a:endPara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3" name="文本框 272"/>
              <p:cNvSpPr txBox="1"/>
              <p:nvPr/>
            </p:nvSpPr>
            <p:spPr>
              <a:xfrm>
                <a:off x="3391769" y="5627436"/>
                <a:ext cx="920750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糖</a:t>
                </a:r>
                <a:endPara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277" name="对象 276"/>
            <p:cNvGraphicFramePr>
              <a:graphicFrameLocks noChangeAspect="1"/>
            </p:cNvGraphicFramePr>
            <p:nvPr/>
          </p:nvGraphicFramePr>
          <p:xfrm>
            <a:off x="1866787" y="3396341"/>
            <a:ext cx="419213" cy="3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5" name="Equation" r:id="rId1" imgW="184785" imgH="170180" progId="Equation.DSMT4">
                    <p:embed/>
                  </p:oleObj>
                </mc:Choice>
                <mc:Fallback>
                  <p:oleObj name="Equation" r:id="rId1" imgW="184785" imgH="170180" progId="Equation.DSMT4">
                    <p:embed/>
                    <p:pic>
                      <p:nvPicPr>
                        <p:cNvPr id="0" name="图片 645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66787" y="3396341"/>
                          <a:ext cx="419213" cy="3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9" name="对象 278"/>
            <p:cNvGraphicFramePr>
              <a:graphicFrameLocks noChangeAspect="1"/>
            </p:cNvGraphicFramePr>
            <p:nvPr/>
          </p:nvGraphicFramePr>
          <p:xfrm>
            <a:off x="3450014" y="2893502"/>
            <a:ext cx="41910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6" name="Equation" r:id="rId3" imgW="325755" imgH="301625" progId="Equation.DSMT4">
                    <p:embed/>
                  </p:oleObj>
                </mc:Choice>
                <mc:Fallback>
                  <p:oleObj name="Equation" r:id="rId3" imgW="325755" imgH="301625" progId="Equation.DSMT4">
                    <p:embed/>
                    <p:pic>
                      <p:nvPicPr>
                        <p:cNvPr id="0" name="图片 645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50014" y="2893502"/>
                          <a:ext cx="419100" cy="387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0" name="对象 279"/>
            <p:cNvGraphicFramePr>
              <a:graphicFrameLocks noChangeAspect="1"/>
            </p:cNvGraphicFramePr>
            <p:nvPr/>
          </p:nvGraphicFramePr>
          <p:xfrm>
            <a:off x="4731285" y="630027"/>
            <a:ext cx="399515" cy="4466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7" name="Equation" r:id="rId5" imgW="219075" imgH="248285" progId="Equation.DSMT4">
                    <p:embed/>
                  </p:oleObj>
                </mc:Choice>
                <mc:Fallback>
                  <p:oleObj name="Equation" r:id="rId5" imgW="219075" imgH="248285" progId="Equation.DSMT4">
                    <p:embed/>
                    <p:pic>
                      <p:nvPicPr>
                        <p:cNvPr id="0" name="图片 646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31285" y="630027"/>
                          <a:ext cx="399515" cy="4466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1" name="对象 280"/>
            <p:cNvGraphicFramePr>
              <a:graphicFrameLocks noChangeAspect="1"/>
            </p:cNvGraphicFramePr>
            <p:nvPr/>
          </p:nvGraphicFramePr>
          <p:xfrm>
            <a:off x="4811450" y="1872116"/>
            <a:ext cx="394679" cy="396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8" name="Equation" r:id="rId7" imgW="233680" imgH="233680" progId="Equation.DSMT4">
                    <p:embed/>
                  </p:oleObj>
                </mc:Choice>
                <mc:Fallback>
                  <p:oleObj name="Equation" r:id="rId7" imgW="233680" imgH="233680" progId="Equation.DSMT4">
                    <p:embed/>
                    <p:pic>
                      <p:nvPicPr>
                        <p:cNvPr id="0" name="图片 646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11450" y="1872116"/>
                          <a:ext cx="394679" cy="3967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3" name="对象 282"/>
            <p:cNvGraphicFramePr>
              <a:graphicFrameLocks noChangeAspect="1"/>
            </p:cNvGraphicFramePr>
            <p:nvPr/>
          </p:nvGraphicFramePr>
          <p:xfrm>
            <a:off x="4801637" y="3080113"/>
            <a:ext cx="464381" cy="4199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9" name="Equation" r:id="rId9" imgW="257810" imgH="233680" progId="Equation.DSMT4">
                    <p:embed/>
                  </p:oleObj>
                </mc:Choice>
                <mc:Fallback>
                  <p:oleObj name="Equation" r:id="rId9" imgW="257810" imgH="233680" progId="Equation.DSMT4">
                    <p:embed/>
                    <p:pic>
                      <p:nvPicPr>
                        <p:cNvPr id="0" name="图片 646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01637" y="3080113"/>
                          <a:ext cx="464381" cy="4199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4" name="对象 283"/>
            <p:cNvGraphicFramePr>
              <a:graphicFrameLocks noChangeAspect="1"/>
            </p:cNvGraphicFramePr>
            <p:nvPr/>
          </p:nvGraphicFramePr>
          <p:xfrm>
            <a:off x="6396184" y="560223"/>
            <a:ext cx="237745" cy="3169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0" name="Equation" r:id="rId11" imgW="155575" imgH="208915" progId="Equation.DSMT4">
                    <p:embed/>
                  </p:oleObj>
                </mc:Choice>
                <mc:Fallback>
                  <p:oleObj name="Equation" r:id="rId11" imgW="155575" imgH="208915" progId="Equation.DSMT4">
                    <p:embed/>
                    <p:pic>
                      <p:nvPicPr>
                        <p:cNvPr id="0" name="图片 646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396184" y="560223"/>
                          <a:ext cx="237745" cy="3169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5" name="对象 284"/>
            <p:cNvGraphicFramePr>
              <a:graphicFrameLocks noChangeAspect="1"/>
            </p:cNvGraphicFramePr>
            <p:nvPr/>
          </p:nvGraphicFramePr>
          <p:xfrm>
            <a:off x="6360558" y="1821749"/>
            <a:ext cx="308999" cy="308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1" name="Equation" r:id="rId13" imgW="170180" imgH="170180" progId="Equation.DSMT4">
                    <p:embed/>
                  </p:oleObj>
                </mc:Choice>
                <mc:Fallback>
                  <p:oleObj name="Equation" r:id="rId13" imgW="170180" imgH="170180" progId="Equation.DSMT4">
                    <p:embed/>
                    <p:pic>
                      <p:nvPicPr>
                        <p:cNvPr id="0" name="图片 646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360558" y="1821749"/>
                          <a:ext cx="308999" cy="3089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" name="对象 285"/>
            <p:cNvGraphicFramePr>
              <a:graphicFrameLocks noChangeAspect="1"/>
            </p:cNvGraphicFramePr>
            <p:nvPr/>
          </p:nvGraphicFramePr>
          <p:xfrm>
            <a:off x="6384342" y="3277015"/>
            <a:ext cx="329646" cy="384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2" name="Equation" r:id="rId15" imgW="155575" imgH="184785" progId="Equation.DSMT4">
                    <p:embed/>
                  </p:oleObj>
                </mc:Choice>
                <mc:Fallback>
                  <p:oleObj name="Equation" r:id="rId15" imgW="155575" imgH="184785" progId="Equation.DSMT4">
                    <p:embed/>
                    <p:pic>
                      <p:nvPicPr>
                        <p:cNvPr id="0" name="图片 646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384342" y="3277015"/>
                          <a:ext cx="329646" cy="384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6825918" y="171726"/>
            <a:ext cx="3150529" cy="4147311"/>
            <a:chOff x="6825918" y="171726"/>
            <a:chExt cx="3150529" cy="4147311"/>
          </a:xfrm>
        </p:grpSpPr>
        <p:grpSp>
          <p:nvGrpSpPr>
            <p:cNvPr id="318" name="图形 5"/>
            <p:cNvGrpSpPr/>
            <p:nvPr/>
          </p:nvGrpSpPr>
          <p:grpSpPr>
            <a:xfrm>
              <a:off x="6825918" y="171726"/>
              <a:ext cx="938440" cy="1117413"/>
              <a:chOff x="3516085" y="5029200"/>
              <a:chExt cx="783771" cy="979713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319" name="图形 5"/>
              <p:cNvGrpSpPr/>
              <p:nvPr/>
            </p:nvGrpSpPr>
            <p:grpSpPr>
              <a:xfrm>
                <a:off x="3516085" y="5029200"/>
                <a:ext cx="783771" cy="195942"/>
                <a:chOff x="3516085" y="5029200"/>
                <a:chExt cx="783771" cy="195942"/>
              </a:xfrm>
              <a:grpFill/>
            </p:grpSpPr>
            <p:sp>
              <p:nvSpPr>
                <p:cNvPr id="342" name="任意多边形: 形状 341"/>
                <p:cNvSpPr/>
                <p:nvPr/>
              </p:nvSpPr>
              <p:spPr>
                <a:xfrm>
                  <a:off x="3516085" y="5029200"/>
                  <a:ext cx="195942" cy="195942"/>
                </a:xfrm>
                <a:custGeom>
                  <a:avLst/>
                  <a:gdLst>
                    <a:gd name="connsiteX0" fmla="*/ 130 w 195942"/>
                    <a:gd name="connsiteY0" fmla="*/ 770 h 195942"/>
                    <a:gd name="connsiteX1" fmla="*/ 196073 w 195942"/>
                    <a:gd name="connsiteY1" fmla="*/ 770 h 195942"/>
                    <a:gd name="connsiteX2" fmla="*/ 196073 w 195942"/>
                    <a:gd name="connsiteY2" fmla="*/ 196713 h 195942"/>
                    <a:gd name="connsiteX3" fmla="*/ 130 w 195942"/>
                    <a:gd name="connsiteY3" fmla="*/ 1967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30" y="770"/>
                      </a:moveTo>
                      <a:lnTo>
                        <a:pt x="196073" y="770"/>
                      </a:lnTo>
                      <a:lnTo>
                        <a:pt x="196073" y="196713"/>
                      </a:lnTo>
                      <a:lnTo>
                        <a:pt x="130" y="1967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3" name="任意多边形: 形状 342"/>
                <p:cNvSpPr/>
                <p:nvPr/>
              </p:nvSpPr>
              <p:spPr>
                <a:xfrm>
                  <a:off x="3712028" y="5029200"/>
                  <a:ext cx="195942" cy="195942"/>
                </a:xfrm>
                <a:custGeom>
                  <a:avLst/>
                  <a:gdLst>
                    <a:gd name="connsiteX0" fmla="*/ 160 w 195942"/>
                    <a:gd name="connsiteY0" fmla="*/ 770 h 195942"/>
                    <a:gd name="connsiteX1" fmla="*/ 196103 w 195942"/>
                    <a:gd name="connsiteY1" fmla="*/ 770 h 195942"/>
                    <a:gd name="connsiteX2" fmla="*/ 196103 w 195942"/>
                    <a:gd name="connsiteY2" fmla="*/ 196713 h 195942"/>
                    <a:gd name="connsiteX3" fmla="*/ 160 w 195942"/>
                    <a:gd name="connsiteY3" fmla="*/ 1967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60" y="770"/>
                      </a:moveTo>
                      <a:lnTo>
                        <a:pt x="196103" y="770"/>
                      </a:lnTo>
                      <a:lnTo>
                        <a:pt x="196103" y="196713"/>
                      </a:lnTo>
                      <a:lnTo>
                        <a:pt x="160" y="1967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4" name="任意多边形: 形状 343"/>
                <p:cNvSpPr/>
                <p:nvPr/>
              </p:nvSpPr>
              <p:spPr>
                <a:xfrm>
                  <a:off x="3907971" y="5029200"/>
                  <a:ext cx="195942" cy="195942"/>
                </a:xfrm>
                <a:custGeom>
                  <a:avLst/>
                  <a:gdLst>
                    <a:gd name="connsiteX0" fmla="*/ 190 w 195942"/>
                    <a:gd name="connsiteY0" fmla="*/ 770 h 195942"/>
                    <a:gd name="connsiteX1" fmla="*/ 196133 w 195942"/>
                    <a:gd name="connsiteY1" fmla="*/ 770 h 195942"/>
                    <a:gd name="connsiteX2" fmla="*/ 196133 w 195942"/>
                    <a:gd name="connsiteY2" fmla="*/ 196713 h 195942"/>
                    <a:gd name="connsiteX3" fmla="*/ 190 w 195942"/>
                    <a:gd name="connsiteY3" fmla="*/ 1967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90" y="770"/>
                      </a:moveTo>
                      <a:lnTo>
                        <a:pt x="196133" y="770"/>
                      </a:lnTo>
                      <a:lnTo>
                        <a:pt x="196133" y="196713"/>
                      </a:lnTo>
                      <a:lnTo>
                        <a:pt x="190" y="1967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5" name="任意多边形: 形状 344"/>
                <p:cNvSpPr/>
                <p:nvPr/>
              </p:nvSpPr>
              <p:spPr>
                <a:xfrm>
                  <a:off x="4103914" y="5029200"/>
                  <a:ext cx="195942" cy="195942"/>
                </a:xfrm>
                <a:custGeom>
                  <a:avLst/>
                  <a:gdLst>
                    <a:gd name="connsiteX0" fmla="*/ 220 w 195942"/>
                    <a:gd name="connsiteY0" fmla="*/ 770 h 195942"/>
                    <a:gd name="connsiteX1" fmla="*/ 196163 w 195942"/>
                    <a:gd name="connsiteY1" fmla="*/ 770 h 195942"/>
                    <a:gd name="connsiteX2" fmla="*/ 196163 w 195942"/>
                    <a:gd name="connsiteY2" fmla="*/ 196713 h 195942"/>
                    <a:gd name="connsiteX3" fmla="*/ 220 w 195942"/>
                    <a:gd name="connsiteY3" fmla="*/ 1967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20" y="770"/>
                      </a:moveTo>
                      <a:lnTo>
                        <a:pt x="196163" y="770"/>
                      </a:lnTo>
                      <a:lnTo>
                        <a:pt x="196163" y="196713"/>
                      </a:lnTo>
                      <a:lnTo>
                        <a:pt x="220" y="1967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0" name="图形 5"/>
              <p:cNvGrpSpPr/>
              <p:nvPr/>
            </p:nvGrpSpPr>
            <p:grpSpPr>
              <a:xfrm>
                <a:off x="3516085" y="5225142"/>
                <a:ext cx="783771" cy="195942"/>
                <a:chOff x="3516085" y="5225142"/>
                <a:chExt cx="783771" cy="195942"/>
              </a:xfrm>
              <a:grpFill/>
            </p:grpSpPr>
            <p:sp>
              <p:nvSpPr>
                <p:cNvPr id="338" name="任意多边形: 形状 337"/>
                <p:cNvSpPr/>
                <p:nvPr/>
              </p:nvSpPr>
              <p:spPr>
                <a:xfrm>
                  <a:off x="3516085" y="5225142"/>
                  <a:ext cx="195942" cy="195942"/>
                </a:xfrm>
                <a:custGeom>
                  <a:avLst/>
                  <a:gdLst>
                    <a:gd name="connsiteX0" fmla="*/ 130 w 195942"/>
                    <a:gd name="connsiteY0" fmla="*/ 800 h 195942"/>
                    <a:gd name="connsiteX1" fmla="*/ 196073 w 195942"/>
                    <a:gd name="connsiteY1" fmla="*/ 800 h 195942"/>
                    <a:gd name="connsiteX2" fmla="*/ 196073 w 195942"/>
                    <a:gd name="connsiteY2" fmla="*/ 196743 h 195942"/>
                    <a:gd name="connsiteX3" fmla="*/ 130 w 195942"/>
                    <a:gd name="connsiteY3" fmla="*/ 1967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30" y="800"/>
                      </a:moveTo>
                      <a:lnTo>
                        <a:pt x="196073" y="800"/>
                      </a:lnTo>
                      <a:lnTo>
                        <a:pt x="196073" y="196743"/>
                      </a:lnTo>
                      <a:lnTo>
                        <a:pt x="130" y="1967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9" name="任意多边形: 形状 338"/>
                <p:cNvSpPr/>
                <p:nvPr/>
              </p:nvSpPr>
              <p:spPr>
                <a:xfrm>
                  <a:off x="3712028" y="5225142"/>
                  <a:ext cx="195942" cy="195942"/>
                </a:xfrm>
                <a:custGeom>
                  <a:avLst/>
                  <a:gdLst>
                    <a:gd name="connsiteX0" fmla="*/ 160 w 195942"/>
                    <a:gd name="connsiteY0" fmla="*/ 800 h 195942"/>
                    <a:gd name="connsiteX1" fmla="*/ 196103 w 195942"/>
                    <a:gd name="connsiteY1" fmla="*/ 800 h 195942"/>
                    <a:gd name="connsiteX2" fmla="*/ 196103 w 195942"/>
                    <a:gd name="connsiteY2" fmla="*/ 196743 h 195942"/>
                    <a:gd name="connsiteX3" fmla="*/ 160 w 195942"/>
                    <a:gd name="connsiteY3" fmla="*/ 1967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60" y="800"/>
                      </a:moveTo>
                      <a:lnTo>
                        <a:pt x="196103" y="800"/>
                      </a:lnTo>
                      <a:lnTo>
                        <a:pt x="196103" y="196743"/>
                      </a:lnTo>
                      <a:lnTo>
                        <a:pt x="160" y="1967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0" name="任意多边形: 形状 339"/>
                <p:cNvSpPr/>
                <p:nvPr/>
              </p:nvSpPr>
              <p:spPr>
                <a:xfrm>
                  <a:off x="3907971" y="5225142"/>
                  <a:ext cx="195942" cy="195942"/>
                </a:xfrm>
                <a:custGeom>
                  <a:avLst/>
                  <a:gdLst>
                    <a:gd name="connsiteX0" fmla="*/ 190 w 195942"/>
                    <a:gd name="connsiteY0" fmla="*/ 800 h 195942"/>
                    <a:gd name="connsiteX1" fmla="*/ 196133 w 195942"/>
                    <a:gd name="connsiteY1" fmla="*/ 800 h 195942"/>
                    <a:gd name="connsiteX2" fmla="*/ 196133 w 195942"/>
                    <a:gd name="connsiteY2" fmla="*/ 196743 h 195942"/>
                    <a:gd name="connsiteX3" fmla="*/ 190 w 195942"/>
                    <a:gd name="connsiteY3" fmla="*/ 1967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90" y="800"/>
                      </a:moveTo>
                      <a:lnTo>
                        <a:pt x="196133" y="800"/>
                      </a:lnTo>
                      <a:lnTo>
                        <a:pt x="196133" y="196743"/>
                      </a:lnTo>
                      <a:lnTo>
                        <a:pt x="190" y="1967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1" name="任意多边形: 形状 340"/>
                <p:cNvSpPr/>
                <p:nvPr/>
              </p:nvSpPr>
              <p:spPr>
                <a:xfrm>
                  <a:off x="4103914" y="5225142"/>
                  <a:ext cx="195942" cy="195942"/>
                </a:xfrm>
                <a:custGeom>
                  <a:avLst/>
                  <a:gdLst>
                    <a:gd name="connsiteX0" fmla="*/ 220 w 195942"/>
                    <a:gd name="connsiteY0" fmla="*/ 800 h 195942"/>
                    <a:gd name="connsiteX1" fmla="*/ 196163 w 195942"/>
                    <a:gd name="connsiteY1" fmla="*/ 800 h 195942"/>
                    <a:gd name="connsiteX2" fmla="*/ 196163 w 195942"/>
                    <a:gd name="connsiteY2" fmla="*/ 196743 h 195942"/>
                    <a:gd name="connsiteX3" fmla="*/ 220 w 195942"/>
                    <a:gd name="connsiteY3" fmla="*/ 1967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20" y="800"/>
                      </a:moveTo>
                      <a:lnTo>
                        <a:pt x="196163" y="800"/>
                      </a:lnTo>
                      <a:lnTo>
                        <a:pt x="196163" y="196743"/>
                      </a:lnTo>
                      <a:lnTo>
                        <a:pt x="220" y="1967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1" name="图形 5"/>
              <p:cNvGrpSpPr/>
              <p:nvPr/>
            </p:nvGrpSpPr>
            <p:grpSpPr>
              <a:xfrm>
                <a:off x="3516085" y="5421085"/>
                <a:ext cx="783771" cy="195942"/>
                <a:chOff x="3516085" y="5421085"/>
                <a:chExt cx="783771" cy="195942"/>
              </a:xfrm>
              <a:grpFill/>
            </p:grpSpPr>
            <p:sp>
              <p:nvSpPr>
                <p:cNvPr id="334" name="任意多边形: 形状 333"/>
                <p:cNvSpPr/>
                <p:nvPr/>
              </p:nvSpPr>
              <p:spPr>
                <a:xfrm>
                  <a:off x="3516085" y="5421085"/>
                  <a:ext cx="195942" cy="195942"/>
                </a:xfrm>
                <a:custGeom>
                  <a:avLst/>
                  <a:gdLst>
                    <a:gd name="connsiteX0" fmla="*/ 130 w 195942"/>
                    <a:gd name="connsiteY0" fmla="*/ 830 h 195942"/>
                    <a:gd name="connsiteX1" fmla="*/ 196073 w 195942"/>
                    <a:gd name="connsiteY1" fmla="*/ 830 h 195942"/>
                    <a:gd name="connsiteX2" fmla="*/ 196073 w 195942"/>
                    <a:gd name="connsiteY2" fmla="*/ 196773 h 195942"/>
                    <a:gd name="connsiteX3" fmla="*/ 130 w 195942"/>
                    <a:gd name="connsiteY3" fmla="*/ 1967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30" y="830"/>
                      </a:moveTo>
                      <a:lnTo>
                        <a:pt x="196073" y="830"/>
                      </a:lnTo>
                      <a:lnTo>
                        <a:pt x="196073" y="196773"/>
                      </a:lnTo>
                      <a:lnTo>
                        <a:pt x="130" y="1967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5" name="任意多边形: 形状 334"/>
                <p:cNvSpPr/>
                <p:nvPr/>
              </p:nvSpPr>
              <p:spPr>
                <a:xfrm>
                  <a:off x="3712028" y="5421085"/>
                  <a:ext cx="195942" cy="195942"/>
                </a:xfrm>
                <a:custGeom>
                  <a:avLst/>
                  <a:gdLst>
                    <a:gd name="connsiteX0" fmla="*/ 160 w 195942"/>
                    <a:gd name="connsiteY0" fmla="*/ 830 h 195942"/>
                    <a:gd name="connsiteX1" fmla="*/ 196103 w 195942"/>
                    <a:gd name="connsiteY1" fmla="*/ 830 h 195942"/>
                    <a:gd name="connsiteX2" fmla="*/ 196103 w 195942"/>
                    <a:gd name="connsiteY2" fmla="*/ 196773 h 195942"/>
                    <a:gd name="connsiteX3" fmla="*/ 160 w 195942"/>
                    <a:gd name="connsiteY3" fmla="*/ 1967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60" y="830"/>
                      </a:moveTo>
                      <a:lnTo>
                        <a:pt x="196103" y="830"/>
                      </a:lnTo>
                      <a:lnTo>
                        <a:pt x="196103" y="196773"/>
                      </a:lnTo>
                      <a:lnTo>
                        <a:pt x="160" y="1967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6" name="任意多边形: 形状 335"/>
                <p:cNvSpPr/>
                <p:nvPr/>
              </p:nvSpPr>
              <p:spPr>
                <a:xfrm>
                  <a:off x="3907971" y="5421085"/>
                  <a:ext cx="195942" cy="195942"/>
                </a:xfrm>
                <a:custGeom>
                  <a:avLst/>
                  <a:gdLst>
                    <a:gd name="connsiteX0" fmla="*/ 190 w 195942"/>
                    <a:gd name="connsiteY0" fmla="*/ 830 h 195942"/>
                    <a:gd name="connsiteX1" fmla="*/ 196133 w 195942"/>
                    <a:gd name="connsiteY1" fmla="*/ 830 h 195942"/>
                    <a:gd name="connsiteX2" fmla="*/ 196133 w 195942"/>
                    <a:gd name="connsiteY2" fmla="*/ 196773 h 195942"/>
                    <a:gd name="connsiteX3" fmla="*/ 190 w 195942"/>
                    <a:gd name="connsiteY3" fmla="*/ 1967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90" y="830"/>
                      </a:moveTo>
                      <a:lnTo>
                        <a:pt x="196133" y="830"/>
                      </a:lnTo>
                      <a:lnTo>
                        <a:pt x="196133" y="196773"/>
                      </a:lnTo>
                      <a:lnTo>
                        <a:pt x="190" y="1967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7" name="任意多边形: 形状 336"/>
                <p:cNvSpPr/>
                <p:nvPr/>
              </p:nvSpPr>
              <p:spPr>
                <a:xfrm>
                  <a:off x="4103914" y="5421085"/>
                  <a:ext cx="195942" cy="195942"/>
                </a:xfrm>
                <a:custGeom>
                  <a:avLst/>
                  <a:gdLst>
                    <a:gd name="connsiteX0" fmla="*/ 220 w 195942"/>
                    <a:gd name="connsiteY0" fmla="*/ 830 h 195942"/>
                    <a:gd name="connsiteX1" fmla="*/ 196163 w 195942"/>
                    <a:gd name="connsiteY1" fmla="*/ 830 h 195942"/>
                    <a:gd name="connsiteX2" fmla="*/ 196163 w 195942"/>
                    <a:gd name="connsiteY2" fmla="*/ 196773 h 195942"/>
                    <a:gd name="connsiteX3" fmla="*/ 220 w 195942"/>
                    <a:gd name="connsiteY3" fmla="*/ 1967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20" y="830"/>
                      </a:moveTo>
                      <a:lnTo>
                        <a:pt x="196163" y="830"/>
                      </a:lnTo>
                      <a:lnTo>
                        <a:pt x="196163" y="196773"/>
                      </a:lnTo>
                      <a:lnTo>
                        <a:pt x="220" y="1967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2" name="图形 5"/>
              <p:cNvGrpSpPr/>
              <p:nvPr/>
            </p:nvGrpSpPr>
            <p:grpSpPr>
              <a:xfrm>
                <a:off x="3516085" y="5617028"/>
                <a:ext cx="783771" cy="195942"/>
                <a:chOff x="3516085" y="5617028"/>
                <a:chExt cx="783771" cy="195942"/>
              </a:xfrm>
              <a:grpFill/>
            </p:grpSpPr>
            <p:sp>
              <p:nvSpPr>
                <p:cNvPr id="330" name="任意多边形: 形状 329"/>
                <p:cNvSpPr/>
                <p:nvPr/>
              </p:nvSpPr>
              <p:spPr>
                <a:xfrm>
                  <a:off x="3516085" y="5617028"/>
                  <a:ext cx="195942" cy="195942"/>
                </a:xfrm>
                <a:custGeom>
                  <a:avLst/>
                  <a:gdLst>
                    <a:gd name="connsiteX0" fmla="*/ 130 w 195942"/>
                    <a:gd name="connsiteY0" fmla="*/ 860 h 195942"/>
                    <a:gd name="connsiteX1" fmla="*/ 196073 w 195942"/>
                    <a:gd name="connsiteY1" fmla="*/ 860 h 195942"/>
                    <a:gd name="connsiteX2" fmla="*/ 196073 w 195942"/>
                    <a:gd name="connsiteY2" fmla="*/ 196803 h 195942"/>
                    <a:gd name="connsiteX3" fmla="*/ 130 w 195942"/>
                    <a:gd name="connsiteY3" fmla="*/ 1968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30" y="860"/>
                      </a:moveTo>
                      <a:lnTo>
                        <a:pt x="196073" y="860"/>
                      </a:lnTo>
                      <a:lnTo>
                        <a:pt x="196073" y="196803"/>
                      </a:lnTo>
                      <a:lnTo>
                        <a:pt x="130" y="1968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1" name="任意多边形: 形状 330"/>
                <p:cNvSpPr/>
                <p:nvPr/>
              </p:nvSpPr>
              <p:spPr>
                <a:xfrm>
                  <a:off x="3712028" y="5617028"/>
                  <a:ext cx="195942" cy="195942"/>
                </a:xfrm>
                <a:custGeom>
                  <a:avLst/>
                  <a:gdLst>
                    <a:gd name="connsiteX0" fmla="*/ 160 w 195942"/>
                    <a:gd name="connsiteY0" fmla="*/ 860 h 195942"/>
                    <a:gd name="connsiteX1" fmla="*/ 196103 w 195942"/>
                    <a:gd name="connsiteY1" fmla="*/ 860 h 195942"/>
                    <a:gd name="connsiteX2" fmla="*/ 196103 w 195942"/>
                    <a:gd name="connsiteY2" fmla="*/ 196803 h 195942"/>
                    <a:gd name="connsiteX3" fmla="*/ 160 w 195942"/>
                    <a:gd name="connsiteY3" fmla="*/ 1968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60" y="860"/>
                      </a:moveTo>
                      <a:lnTo>
                        <a:pt x="196103" y="860"/>
                      </a:lnTo>
                      <a:lnTo>
                        <a:pt x="196103" y="196803"/>
                      </a:lnTo>
                      <a:lnTo>
                        <a:pt x="160" y="1968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2" name="任意多边形: 形状 331"/>
                <p:cNvSpPr/>
                <p:nvPr/>
              </p:nvSpPr>
              <p:spPr>
                <a:xfrm>
                  <a:off x="3907971" y="5617028"/>
                  <a:ext cx="195942" cy="195942"/>
                </a:xfrm>
                <a:custGeom>
                  <a:avLst/>
                  <a:gdLst>
                    <a:gd name="connsiteX0" fmla="*/ 190 w 195942"/>
                    <a:gd name="connsiteY0" fmla="*/ 860 h 195942"/>
                    <a:gd name="connsiteX1" fmla="*/ 196133 w 195942"/>
                    <a:gd name="connsiteY1" fmla="*/ 860 h 195942"/>
                    <a:gd name="connsiteX2" fmla="*/ 196133 w 195942"/>
                    <a:gd name="connsiteY2" fmla="*/ 196803 h 195942"/>
                    <a:gd name="connsiteX3" fmla="*/ 190 w 195942"/>
                    <a:gd name="connsiteY3" fmla="*/ 1968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90" y="860"/>
                      </a:moveTo>
                      <a:lnTo>
                        <a:pt x="196133" y="860"/>
                      </a:lnTo>
                      <a:lnTo>
                        <a:pt x="196133" y="196803"/>
                      </a:lnTo>
                      <a:lnTo>
                        <a:pt x="190" y="1968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3" name="任意多边形: 形状 332"/>
                <p:cNvSpPr/>
                <p:nvPr/>
              </p:nvSpPr>
              <p:spPr>
                <a:xfrm>
                  <a:off x="4103914" y="5617028"/>
                  <a:ext cx="195942" cy="195942"/>
                </a:xfrm>
                <a:custGeom>
                  <a:avLst/>
                  <a:gdLst>
                    <a:gd name="connsiteX0" fmla="*/ 220 w 195942"/>
                    <a:gd name="connsiteY0" fmla="*/ 860 h 195942"/>
                    <a:gd name="connsiteX1" fmla="*/ 196163 w 195942"/>
                    <a:gd name="connsiteY1" fmla="*/ 860 h 195942"/>
                    <a:gd name="connsiteX2" fmla="*/ 196163 w 195942"/>
                    <a:gd name="connsiteY2" fmla="*/ 196803 h 195942"/>
                    <a:gd name="connsiteX3" fmla="*/ 220 w 195942"/>
                    <a:gd name="connsiteY3" fmla="*/ 1968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20" y="860"/>
                      </a:moveTo>
                      <a:lnTo>
                        <a:pt x="196163" y="860"/>
                      </a:lnTo>
                      <a:lnTo>
                        <a:pt x="196163" y="196803"/>
                      </a:lnTo>
                      <a:lnTo>
                        <a:pt x="220" y="1968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3" name="图形 5"/>
              <p:cNvGrpSpPr/>
              <p:nvPr/>
            </p:nvGrpSpPr>
            <p:grpSpPr>
              <a:xfrm>
                <a:off x="3516085" y="5812971"/>
                <a:ext cx="783771" cy="195942"/>
                <a:chOff x="3516085" y="5812971"/>
                <a:chExt cx="783771" cy="195942"/>
              </a:xfrm>
              <a:grpFill/>
            </p:grpSpPr>
            <p:sp>
              <p:nvSpPr>
                <p:cNvPr id="326" name="任意多边形: 形状 325"/>
                <p:cNvSpPr/>
                <p:nvPr/>
              </p:nvSpPr>
              <p:spPr>
                <a:xfrm>
                  <a:off x="3516085" y="5812971"/>
                  <a:ext cx="195942" cy="195942"/>
                </a:xfrm>
                <a:custGeom>
                  <a:avLst/>
                  <a:gdLst>
                    <a:gd name="connsiteX0" fmla="*/ 130 w 195942"/>
                    <a:gd name="connsiteY0" fmla="*/ 890 h 195942"/>
                    <a:gd name="connsiteX1" fmla="*/ 196073 w 195942"/>
                    <a:gd name="connsiteY1" fmla="*/ 890 h 195942"/>
                    <a:gd name="connsiteX2" fmla="*/ 196073 w 195942"/>
                    <a:gd name="connsiteY2" fmla="*/ 196833 h 195942"/>
                    <a:gd name="connsiteX3" fmla="*/ 130 w 195942"/>
                    <a:gd name="connsiteY3" fmla="*/ 1968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30" y="890"/>
                      </a:moveTo>
                      <a:lnTo>
                        <a:pt x="196073" y="890"/>
                      </a:lnTo>
                      <a:lnTo>
                        <a:pt x="196073" y="196833"/>
                      </a:lnTo>
                      <a:lnTo>
                        <a:pt x="130" y="1968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7" name="任意多边形: 形状 326"/>
                <p:cNvSpPr/>
                <p:nvPr/>
              </p:nvSpPr>
              <p:spPr>
                <a:xfrm>
                  <a:off x="3712028" y="5812971"/>
                  <a:ext cx="195942" cy="195942"/>
                </a:xfrm>
                <a:custGeom>
                  <a:avLst/>
                  <a:gdLst>
                    <a:gd name="connsiteX0" fmla="*/ 160 w 195942"/>
                    <a:gd name="connsiteY0" fmla="*/ 890 h 195942"/>
                    <a:gd name="connsiteX1" fmla="*/ 196103 w 195942"/>
                    <a:gd name="connsiteY1" fmla="*/ 890 h 195942"/>
                    <a:gd name="connsiteX2" fmla="*/ 196103 w 195942"/>
                    <a:gd name="connsiteY2" fmla="*/ 196833 h 195942"/>
                    <a:gd name="connsiteX3" fmla="*/ 160 w 195942"/>
                    <a:gd name="connsiteY3" fmla="*/ 1968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60" y="890"/>
                      </a:moveTo>
                      <a:lnTo>
                        <a:pt x="196103" y="890"/>
                      </a:lnTo>
                      <a:lnTo>
                        <a:pt x="196103" y="196833"/>
                      </a:lnTo>
                      <a:lnTo>
                        <a:pt x="160" y="1968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8" name="任意多边形: 形状 327"/>
                <p:cNvSpPr/>
                <p:nvPr/>
              </p:nvSpPr>
              <p:spPr>
                <a:xfrm>
                  <a:off x="3907971" y="5812971"/>
                  <a:ext cx="195942" cy="195942"/>
                </a:xfrm>
                <a:custGeom>
                  <a:avLst/>
                  <a:gdLst>
                    <a:gd name="connsiteX0" fmla="*/ 190 w 195942"/>
                    <a:gd name="connsiteY0" fmla="*/ 890 h 195942"/>
                    <a:gd name="connsiteX1" fmla="*/ 196133 w 195942"/>
                    <a:gd name="connsiteY1" fmla="*/ 890 h 195942"/>
                    <a:gd name="connsiteX2" fmla="*/ 196133 w 195942"/>
                    <a:gd name="connsiteY2" fmla="*/ 196833 h 195942"/>
                    <a:gd name="connsiteX3" fmla="*/ 190 w 195942"/>
                    <a:gd name="connsiteY3" fmla="*/ 1968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90" y="890"/>
                      </a:moveTo>
                      <a:lnTo>
                        <a:pt x="196133" y="890"/>
                      </a:lnTo>
                      <a:lnTo>
                        <a:pt x="196133" y="196833"/>
                      </a:lnTo>
                      <a:lnTo>
                        <a:pt x="190" y="1968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9" name="任意多边形: 形状 328"/>
                <p:cNvSpPr/>
                <p:nvPr/>
              </p:nvSpPr>
              <p:spPr>
                <a:xfrm>
                  <a:off x="4103914" y="5812971"/>
                  <a:ext cx="195942" cy="195942"/>
                </a:xfrm>
                <a:custGeom>
                  <a:avLst/>
                  <a:gdLst>
                    <a:gd name="connsiteX0" fmla="*/ 220 w 195942"/>
                    <a:gd name="connsiteY0" fmla="*/ 890 h 195942"/>
                    <a:gd name="connsiteX1" fmla="*/ 196163 w 195942"/>
                    <a:gd name="connsiteY1" fmla="*/ 890 h 195942"/>
                    <a:gd name="connsiteX2" fmla="*/ 196163 w 195942"/>
                    <a:gd name="connsiteY2" fmla="*/ 196833 h 195942"/>
                    <a:gd name="connsiteX3" fmla="*/ 220 w 195942"/>
                    <a:gd name="connsiteY3" fmla="*/ 1968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20" y="890"/>
                      </a:moveTo>
                      <a:lnTo>
                        <a:pt x="196163" y="890"/>
                      </a:lnTo>
                      <a:lnTo>
                        <a:pt x="196163" y="196833"/>
                      </a:lnTo>
                      <a:lnTo>
                        <a:pt x="220" y="1968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72" name="图形 5"/>
            <p:cNvGrpSpPr/>
            <p:nvPr/>
          </p:nvGrpSpPr>
          <p:grpSpPr>
            <a:xfrm rot="16200000">
              <a:off x="8948521" y="89801"/>
              <a:ext cx="938440" cy="1117413"/>
              <a:chOff x="3516085" y="5029200"/>
              <a:chExt cx="783771" cy="979713"/>
            </a:xfrm>
            <a:solidFill>
              <a:srgbClr val="FFC000"/>
            </a:solidFill>
          </p:grpSpPr>
          <p:grpSp>
            <p:nvGrpSpPr>
              <p:cNvPr id="373" name="图形 5"/>
              <p:cNvGrpSpPr/>
              <p:nvPr/>
            </p:nvGrpSpPr>
            <p:grpSpPr>
              <a:xfrm>
                <a:off x="3516085" y="5029200"/>
                <a:ext cx="783771" cy="195942"/>
                <a:chOff x="3516085" y="5029200"/>
                <a:chExt cx="783771" cy="195942"/>
              </a:xfrm>
              <a:grpFill/>
            </p:grpSpPr>
            <p:sp>
              <p:nvSpPr>
                <p:cNvPr id="394" name="任意多边形: 形状 393"/>
                <p:cNvSpPr/>
                <p:nvPr/>
              </p:nvSpPr>
              <p:spPr>
                <a:xfrm>
                  <a:off x="3516085" y="5029200"/>
                  <a:ext cx="195942" cy="195942"/>
                </a:xfrm>
                <a:custGeom>
                  <a:avLst/>
                  <a:gdLst>
                    <a:gd name="connsiteX0" fmla="*/ 130 w 195942"/>
                    <a:gd name="connsiteY0" fmla="*/ 770 h 195942"/>
                    <a:gd name="connsiteX1" fmla="*/ 196073 w 195942"/>
                    <a:gd name="connsiteY1" fmla="*/ 770 h 195942"/>
                    <a:gd name="connsiteX2" fmla="*/ 196073 w 195942"/>
                    <a:gd name="connsiteY2" fmla="*/ 196713 h 195942"/>
                    <a:gd name="connsiteX3" fmla="*/ 130 w 195942"/>
                    <a:gd name="connsiteY3" fmla="*/ 1967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30" y="770"/>
                      </a:moveTo>
                      <a:lnTo>
                        <a:pt x="196073" y="770"/>
                      </a:lnTo>
                      <a:lnTo>
                        <a:pt x="196073" y="196713"/>
                      </a:lnTo>
                      <a:lnTo>
                        <a:pt x="130" y="1967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95" name="任意多边形: 形状 394"/>
                <p:cNvSpPr/>
                <p:nvPr/>
              </p:nvSpPr>
              <p:spPr>
                <a:xfrm>
                  <a:off x="3712028" y="5029200"/>
                  <a:ext cx="195942" cy="195942"/>
                </a:xfrm>
                <a:custGeom>
                  <a:avLst/>
                  <a:gdLst>
                    <a:gd name="connsiteX0" fmla="*/ 160 w 195942"/>
                    <a:gd name="connsiteY0" fmla="*/ 770 h 195942"/>
                    <a:gd name="connsiteX1" fmla="*/ 196103 w 195942"/>
                    <a:gd name="connsiteY1" fmla="*/ 770 h 195942"/>
                    <a:gd name="connsiteX2" fmla="*/ 196103 w 195942"/>
                    <a:gd name="connsiteY2" fmla="*/ 196713 h 195942"/>
                    <a:gd name="connsiteX3" fmla="*/ 160 w 195942"/>
                    <a:gd name="connsiteY3" fmla="*/ 1967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60" y="770"/>
                      </a:moveTo>
                      <a:lnTo>
                        <a:pt x="196103" y="770"/>
                      </a:lnTo>
                      <a:lnTo>
                        <a:pt x="196103" y="196713"/>
                      </a:lnTo>
                      <a:lnTo>
                        <a:pt x="160" y="1967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96" name="任意多边形: 形状 395"/>
                <p:cNvSpPr/>
                <p:nvPr/>
              </p:nvSpPr>
              <p:spPr>
                <a:xfrm>
                  <a:off x="3907971" y="5029200"/>
                  <a:ext cx="195942" cy="195942"/>
                </a:xfrm>
                <a:custGeom>
                  <a:avLst/>
                  <a:gdLst>
                    <a:gd name="connsiteX0" fmla="*/ 190 w 195942"/>
                    <a:gd name="connsiteY0" fmla="*/ 770 h 195942"/>
                    <a:gd name="connsiteX1" fmla="*/ 196133 w 195942"/>
                    <a:gd name="connsiteY1" fmla="*/ 770 h 195942"/>
                    <a:gd name="connsiteX2" fmla="*/ 196133 w 195942"/>
                    <a:gd name="connsiteY2" fmla="*/ 196713 h 195942"/>
                    <a:gd name="connsiteX3" fmla="*/ 190 w 195942"/>
                    <a:gd name="connsiteY3" fmla="*/ 1967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90" y="770"/>
                      </a:moveTo>
                      <a:lnTo>
                        <a:pt x="196133" y="770"/>
                      </a:lnTo>
                      <a:lnTo>
                        <a:pt x="196133" y="196713"/>
                      </a:lnTo>
                      <a:lnTo>
                        <a:pt x="190" y="1967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97" name="任意多边形: 形状 396"/>
                <p:cNvSpPr/>
                <p:nvPr/>
              </p:nvSpPr>
              <p:spPr>
                <a:xfrm>
                  <a:off x="4103914" y="5029200"/>
                  <a:ext cx="195942" cy="195942"/>
                </a:xfrm>
                <a:custGeom>
                  <a:avLst/>
                  <a:gdLst>
                    <a:gd name="connsiteX0" fmla="*/ 220 w 195942"/>
                    <a:gd name="connsiteY0" fmla="*/ 770 h 195942"/>
                    <a:gd name="connsiteX1" fmla="*/ 196163 w 195942"/>
                    <a:gd name="connsiteY1" fmla="*/ 770 h 195942"/>
                    <a:gd name="connsiteX2" fmla="*/ 196163 w 195942"/>
                    <a:gd name="connsiteY2" fmla="*/ 196713 h 195942"/>
                    <a:gd name="connsiteX3" fmla="*/ 220 w 195942"/>
                    <a:gd name="connsiteY3" fmla="*/ 1967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20" y="770"/>
                      </a:moveTo>
                      <a:lnTo>
                        <a:pt x="196163" y="770"/>
                      </a:lnTo>
                      <a:lnTo>
                        <a:pt x="196163" y="196713"/>
                      </a:lnTo>
                      <a:lnTo>
                        <a:pt x="220" y="1967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4" name="图形 5"/>
              <p:cNvGrpSpPr/>
              <p:nvPr/>
            </p:nvGrpSpPr>
            <p:grpSpPr>
              <a:xfrm>
                <a:off x="3516085" y="5225142"/>
                <a:ext cx="783771" cy="195942"/>
                <a:chOff x="3516085" y="5225142"/>
                <a:chExt cx="783771" cy="195942"/>
              </a:xfrm>
              <a:grpFill/>
            </p:grpSpPr>
            <p:sp>
              <p:nvSpPr>
                <p:cNvPr id="390" name="任意多边形: 形状 389"/>
                <p:cNvSpPr/>
                <p:nvPr/>
              </p:nvSpPr>
              <p:spPr>
                <a:xfrm>
                  <a:off x="3516085" y="5225142"/>
                  <a:ext cx="195942" cy="195942"/>
                </a:xfrm>
                <a:custGeom>
                  <a:avLst/>
                  <a:gdLst>
                    <a:gd name="connsiteX0" fmla="*/ 130 w 195942"/>
                    <a:gd name="connsiteY0" fmla="*/ 800 h 195942"/>
                    <a:gd name="connsiteX1" fmla="*/ 196073 w 195942"/>
                    <a:gd name="connsiteY1" fmla="*/ 800 h 195942"/>
                    <a:gd name="connsiteX2" fmla="*/ 196073 w 195942"/>
                    <a:gd name="connsiteY2" fmla="*/ 196743 h 195942"/>
                    <a:gd name="connsiteX3" fmla="*/ 130 w 195942"/>
                    <a:gd name="connsiteY3" fmla="*/ 1967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30" y="800"/>
                      </a:moveTo>
                      <a:lnTo>
                        <a:pt x="196073" y="800"/>
                      </a:lnTo>
                      <a:lnTo>
                        <a:pt x="196073" y="196743"/>
                      </a:lnTo>
                      <a:lnTo>
                        <a:pt x="130" y="1967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91" name="任意多边形: 形状 390"/>
                <p:cNvSpPr/>
                <p:nvPr/>
              </p:nvSpPr>
              <p:spPr>
                <a:xfrm>
                  <a:off x="3712028" y="5225142"/>
                  <a:ext cx="195942" cy="195942"/>
                </a:xfrm>
                <a:custGeom>
                  <a:avLst/>
                  <a:gdLst>
                    <a:gd name="connsiteX0" fmla="*/ 160 w 195942"/>
                    <a:gd name="connsiteY0" fmla="*/ 800 h 195942"/>
                    <a:gd name="connsiteX1" fmla="*/ 196103 w 195942"/>
                    <a:gd name="connsiteY1" fmla="*/ 800 h 195942"/>
                    <a:gd name="connsiteX2" fmla="*/ 196103 w 195942"/>
                    <a:gd name="connsiteY2" fmla="*/ 196743 h 195942"/>
                    <a:gd name="connsiteX3" fmla="*/ 160 w 195942"/>
                    <a:gd name="connsiteY3" fmla="*/ 1967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60" y="800"/>
                      </a:moveTo>
                      <a:lnTo>
                        <a:pt x="196103" y="800"/>
                      </a:lnTo>
                      <a:lnTo>
                        <a:pt x="196103" y="196743"/>
                      </a:lnTo>
                      <a:lnTo>
                        <a:pt x="160" y="1967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92" name="任意多边形: 形状 391"/>
                <p:cNvSpPr/>
                <p:nvPr/>
              </p:nvSpPr>
              <p:spPr>
                <a:xfrm>
                  <a:off x="3907971" y="5225142"/>
                  <a:ext cx="195942" cy="195942"/>
                </a:xfrm>
                <a:custGeom>
                  <a:avLst/>
                  <a:gdLst>
                    <a:gd name="connsiteX0" fmla="*/ 190 w 195942"/>
                    <a:gd name="connsiteY0" fmla="*/ 800 h 195942"/>
                    <a:gd name="connsiteX1" fmla="*/ 196133 w 195942"/>
                    <a:gd name="connsiteY1" fmla="*/ 800 h 195942"/>
                    <a:gd name="connsiteX2" fmla="*/ 196133 w 195942"/>
                    <a:gd name="connsiteY2" fmla="*/ 196743 h 195942"/>
                    <a:gd name="connsiteX3" fmla="*/ 190 w 195942"/>
                    <a:gd name="connsiteY3" fmla="*/ 1967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90" y="800"/>
                      </a:moveTo>
                      <a:lnTo>
                        <a:pt x="196133" y="800"/>
                      </a:lnTo>
                      <a:lnTo>
                        <a:pt x="196133" y="196743"/>
                      </a:lnTo>
                      <a:lnTo>
                        <a:pt x="190" y="1967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93" name="任意多边形: 形状 392"/>
                <p:cNvSpPr/>
                <p:nvPr/>
              </p:nvSpPr>
              <p:spPr>
                <a:xfrm>
                  <a:off x="4103914" y="5225142"/>
                  <a:ext cx="195942" cy="195942"/>
                </a:xfrm>
                <a:custGeom>
                  <a:avLst/>
                  <a:gdLst>
                    <a:gd name="connsiteX0" fmla="*/ 220 w 195942"/>
                    <a:gd name="connsiteY0" fmla="*/ 800 h 195942"/>
                    <a:gd name="connsiteX1" fmla="*/ 196163 w 195942"/>
                    <a:gd name="connsiteY1" fmla="*/ 800 h 195942"/>
                    <a:gd name="connsiteX2" fmla="*/ 196163 w 195942"/>
                    <a:gd name="connsiteY2" fmla="*/ 196743 h 195942"/>
                    <a:gd name="connsiteX3" fmla="*/ 220 w 195942"/>
                    <a:gd name="connsiteY3" fmla="*/ 1967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20" y="800"/>
                      </a:moveTo>
                      <a:lnTo>
                        <a:pt x="196163" y="800"/>
                      </a:lnTo>
                      <a:lnTo>
                        <a:pt x="196163" y="196743"/>
                      </a:lnTo>
                      <a:lnTo>
                        <a:pt x="220" y="1967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5" name="图形 5"/>
              <p:cNvGrpSpPr/>
              <p:nvPr/>
            </p:nvGrpSpPr>
            <p:grpSpPr>
              <a:xfrm>
                <a:off x="3516085" y="5421085"/>
                <a:ext cx="783771" cy="195942"/>
                <a:chOff x="3516085" y="5421085"/>
                <a:chExt cx="783771" cy="195942"/>
              </a:xfrm>
              <a:grpFill/>
            </p:grpSpPr>
            <p:sp>
              <p:nvSpPr>
                <p:cNvPr id="386" name="任意多边形: 形状 385"/>
                <p:cNvSpPr/>
                <p:nvPr/>
              </p:nvSpPr>
              <p:spPr>
                <a:xfrm>
                  <a:off x="3516085" y="5421085"/>
                  <a:ext cx="195942" cy="195942"/>
                </a:xfrm>
                <a:custGeom>
                  <a:avLst/>
                  <a:gdLst>
                    <a:gd name="connsiteX0" fmla="*/ 130 w 195942"/>
                    <a:gd name="connsiteY0" fmla="*/ 830 h 195942"/>
                    <a:gd name="connsiteX1" fmla="*/ 196073 w 195942"/>
                    <a:gd name="connsiteY1" fmla="*/ 830 h 195942"/>
                    <a:gd name="connsiteX2" fmla="*/ 196073 w 195942"/>
                    <a:gd name="connsiteY2" fmla="*/ 196773 h 195942"/>
                    <a:gd name="connsiteX3" fmla="*/ 130 w 195942"/>
                    <a:gd name="connsiteY3" fmla="*/ 1967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30" y="830"/>
                      </a:moveTo>
                      <a:lnTo>
                        <a:pt x="196073" y="830"/>
                      </a:lnTo>
                      <a:lnTo>
                        <a:pt x="196073" y="196773"/>
                      </a:lnTo>
                      <a:lnTo>
                        <a:pt x="130" y="1967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7" name="任意多边形: 形状 386"/>
                <p:cNvSpPr/>
                <p:nvPr/>
              </p:nvSpPr>
              <p:spPr>
                <a:xfrm>
                  <a:off x="3712028" y="5421085"/>
                  <a:ext cx="195942" cy="195942"/>
                </a:xfrm>
                <a:custGeom>
                  <a:avLst/>
                  <a:gdLst>
                    <a:gd name="connsiteX0" fmla="*/ 160 w 195942"/>
                    <a:gd name="connsiteY0" fmla="*/ 830 h 195942"/>
                    <a:gd name="connsiteX1" fmla="*/ 196103 w 195942"/>
                    <a:gd name="connsiteY1" fmla="*/ 830 h 195942"/>
                    <a:gd name="connsiteX2" fmla="*/ 196103 w 195942"/>
                    <a:gd name="connsiteY2" fmla="*/ 196773 h 195942"/>
                    <a:gd name="connsiteX3" fmla="*/ 160 w 195942"/>
                    <a:gd name="connsiteY3" fmla="*/ 1967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60" y="830"/>
                      </a:moveTo>
                      <a:lnTo>
                        <a:pt x="196103" y="830"/>
                      </a:lnTo>
                      <a:lnTo>
                        <a:pt x="196103" y="196773"/>
                      </a:lnTo>
                      <a:lnTo>
                        <a:pt x="160" y="1967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8" name="任意多边形: 形状 387"/>
                <p:cNvSpPr/>
                <p:nvPr/>
              </p:nvSpPr>
              <p:spPr>
                <a:xfrm>
                  <a:off x="3907971" y="5421085"/>
                  <a:ext cx="195942" cy="195942"/>
                </a:xfrm>
                <a:custGeom>
                  <a:avLst/>
                  <a:gdLst>
                    <a:gd name="connsiteX0" fmla="*/ 190 w 195942"/>
                    <a:gd name="connsiteY0" fmla="*/ 830 h 195942"/>
                    <a:gd name="connsiteX1" fmla="*/ 196133 w 195942"/>
                    <a:gd name="connsiteY1" fmla="*/ 830 h 195942"/>
                    <a:gd name="connsiteX2" fmla="*/ 196133 w 195942"/>
                    <a:gd name="connsiteY2" fmla="*/ 196773 h 195942"/>
                    <a:gd name="connsiteX3" fmla="*/ 190 w 195942"/>
                    <a:gd name="connsiteY3" fmla="*/ 1967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90" y="830"/>
                      </a:moveTo>
                      <a:lnTo>
                        <a:pt x="196133" y="830"/>
                      </a:lnTo>
                      <a:lnTo>
                        <a:pt x="196133" y="196773"/>
                      </a:lnTo>
                      <a:lnTo>
                        <a:pt x="190" y="1967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9" name="任意多边形: 形状 388"/>
                <p:cNvSpPr/>
                <p:nvPr/>
              </p:nvSpPr>
              <p:spPr>
                <a:xfrm>
                  <a:off x="4103914" y="5421085"/>
                  <a:ext cx="195942" cy="195942"/>
                </a:xfrm>
                <a:custGeom>
                  <a:avLst/>
                  <a:gdLst>
                    <a:gd name="connsiteX0" fmla="*/ 220 w 195942"/>
                    <a:gd name="connsiteY0" fmla="*/ 830 h 195942"/>
                    <a:gd name="connsiteX1" fmla="*/ 196163 w 195942"/>
                    <a:gd name="connsiteY1" fmla="*/ 830 h 195942"/>
                    <a:gd name="connsiteX2" fmla="*/ 196163 w 195942"/>
                    <a:gd name="connsiteY2" fmla="*/ 196773 h 195942"/>
                    <a:gd name="connsiteX3" fmla="*/ 220 w 195942"/>
                    <a:gd name="connsiteY3" fmla="*/ 1967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20" y="830"/>
                      </a:moveTo>
                      <a:lnTo>
                        <a:pt x="196163" y="830"/>
                      </a:lnTo>
                      <a:lnTo>
                        <a:pt x="196163" y="196773"/>
                      </a:lnTo>
                      <a:lnTo>
                        <a:pt x="220" y="1967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6" name="图形 5"/>
              <p:cNvGrpSpPr/>
              <p:nvPr/>
            </p:nvGrpSpPr>
            <p:grpSpPr>
              <a:xfrm>
                <a:off x="3516085" y="5617028"/>
                <a:ext cx="783771" cy="195942"/>
                <a:chOff x="3516085" y="5617028"/>
                <a:chExt cx="783771" cy="195942"/>
              </a:xfrm>
              <a:grpFill/>
            </p:grpSpPr>
            <p:sp>
              <p:nvSpPr>
                <p:cNvPr id="382" name="任意多边形: 形状 381"/>
                <p:cNvSpPr/>
                <p:nvPr/>
              </p:nvSpPr>
              <p:spPr>
                <a:xfrm>
                  <a:off x="3516085" y="5617028"/>
                  <a:ext cx="195942" cy="195942"/>
                </a:xfrm>
                <a:custGeom>
                  <a:avLst/>
                  <a:gdLst>
                    <a:gd name="connsiteX0" fmla="*/ 130 w 195942"/>
                    <a:gd name="connsiteY0" fmla="*/ 860 h 195942"/>
                    <a:gd name="connsiteX1" fmla="*/ 196073 w 195942"/>
                    <a:gd name="connsiteY1" fmla="*/ 860 h 195942"/>
                    <a:gd name="connsiteX2" fmla="*/ 196073 w 195942"/>
                    <a:gd name="connsiteY2" fmla="*/ 196803 h 195942"/>
                    <a:gd name="connsiteX3" fmla="*/ 130 w 195942"/>
                    <a:gd name="connsiteY3" fmla="*/ 1968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30" y="860"/>
                      </a:moveTo>
                      <a:lnTo>
                        <a:pt x="196073" y="860"/>
                      </a:lnTo>
                      <a:lnTo>
                        <a:pt x="196073" y="196803"/>
                      </a:lnTo>
                      <a:lnTo>
                        <a:pt x="130" y="1968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3" name="任意多边形: 形状 382"/>
                <p:cNvSpPr/>
                <p:nvPr/>
              </p:nvSpPr>
              <p:spPr>
                <a:xfrm>
                  <a:off x="3712028" y="5617028"/>
                  <a:ext cx="195942" cy="195942"/>
                </a:xfrm>
                <a:custGeom>
                  <a:avLst/>
                  <a:gdLst>
                    <a:gd name="connsiteX0" fmla="*/ 160 w 195942"/>
                    <a:gd name="connsiteY0" fmla="*/ 860 h 195942"/>
                    <a:gd name="connsiteX1" fmla="*/ 196103 w 195942"/>
                    <a:gd name="connsiteY1" fmla="*/ 860 h 195942"/>
                    <a:gd name="connsiteX2" fmla="*/ 196103 w 195942"/>
                    <a:gd name="connsiteY2" fmla="*/ 196803 h 195942"/>
                    <a:gd name="connsiteX3" fmla="*/ 160 w 195942"/>
                    <a:gd name="connsiteY3" fmla="*/ 1968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60" y="860"/>
                      </a:moveTo>
                      <a:lnTo>
                        <a:pt x="196103" y="860"/>
                      </a:lnTo>
                      <a:lnTo>
                        <a:pt x="196103" y="196803"/>
                      </a:lnTo>
                      <a:lnTo>
                        <a:pt x="160" y="1968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4" name="任意多边形: 形状 383"/>
                <p:cNvSpPr/>
                <p:nvPr/>
              </p:nvSpPr>
              <p:spPr>
                <a:xfrm>
                  <a:off x="3907971" y="5617028"/>
                  <a:ext cx="195942" cy="195942"/>
                </a:xfrm>
                <a:custGeom>
                  <a:avLst/>
                  <a:gdLst>
                    <a:gd name="connsiteX0" fmla="*/ 190 w 195942"/>
                    <a:gd name="connsiteY0" fmla="*/ 860 h 195942"/>
                    <a:gd name="connsiteX1" fmla="*/ 196133 w 195942"/>
                    <a:gd name="connsiteY1" fmla="*/ 860 h 195942"/>
                    <a:gd name="connsiteX2" fmla="*/ 196133 w 195942"/>
                    <a:gd name="connsiteY2" fmla="*/ 196803 h 195942"/>
                    <a:gd name="connsiteX3" fmla="*/ 190 w 195942"/>
                    <a:gd name="connsiteY3" fmla="*/ 1968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90" y="860"/>
                      </a:moveTo>
                      <a:lnTo>
                        <a:pt x="196133" y="860"/>
                      </a:lnTo>
                      <a:lnTo>
                        <a:pt x="196133" y="196803"/>
                      </a:lnTo>
                      <a:lnTo>
                        <a:pt x="190" y="1968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5" name="任意多边形: 形状 384"/>
                <p:cNvSpPr/>
                <p:nvPr/>
              </p:nvSpPr>
              <p:spPr>
                <a:xfrm>
                  <a:off x="4103914" y="5617028"/>
                  <a:ext cx="195942" cy="195942"/>
                </a:xfrm>
                <a:custGeom>
                  <a:avLst/>
                  <a:gdLst>
                    <a:gd name="connsiteX0" fmla="*/ 220 w 195942"/>
                    <a:gd name="connsiteY0" fmla="*/ 860 h 195942"/>
                    <a:gd name="connsiteX1" fmla="*/ 196163 w 195942"/>
                    <a:gd name="connsiteY1" fmla="*/ 860 h 195942"/>
                    <a:gd name="connsiteX2" fmla="*/ 196163 w 195942"/>
                    <a:gd name="connsiteY2" fmla="*/ 196803 h 195942"/>
                    <a:gd name="connsiteX3" fmla="*/ 220 w 195942"/>
                    <a:gd name="connsiteY3" fmla="*/ 1968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20" y="860"/>
                      </a:moveTo>
                      <a:lnTo>
                        <a:pt x="196163" y="860"/>
                      </a:lnTo>
                      <a:lnTo>
                        <a:pt x="196163" y="196803"/>
                      </a:lnTo>
                      <a:lnTo>
                        <a:pt x="220" y="1968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7" name="图形 5"/>
              <p:cNvGrpSpPr/>
              <p:nvPr/>
            </p:nvGrpSpPr>
            <p:grpSpPr>
              <a:xfrm>
                <a:off x="3516085" y="5812971"/>
                <a:ext cx="783771" cy="195942"/>
                <a:chOff x="3516085" y="5812971"/>
                <a:chExt cx="783771" cy="195942"/>
              </a:xfrm>
              <a:grpFill/>
            </p:grpSpPr>
            <p:sp>
              <p:nvSpPr>
                <p:cNvPr id="378" name="任意多边形: 形状 377"/>
                <p:cNvSpPr/>
                <p:nvPr/>
              </p:nvSpPr>
              <p:spPr>
                <a:xfrm>
                  <a:off x="3516085" y="5812971"/>
                  <a:ext cx="195942" cy="195942"/>
                </a:xfrm>
                <a:custGeom>
                  <a:avLst/>
                  <a:gdLst>
                    <a:gd name="connsiteX0" fmla="*/ 130 w 195942"/>
                    <a:gd name="connsiteY0" fmla="*/ 890 h 195942"/>
                    <a:gd name="connsiteX1" fmla="*/ 196073 w 195942"/>
                    <a:gd name="connsiteY1" fmla="*/ 890 h 195942"/>
                    <a:gd name="connsiteX2" fmla="*/ 196073 w 195942"/>
                    <a:gd name="connsiteY2" fmla="*/ 196833 h 195942"/>
                    <a:gd name="connsiteX3" fmla="*/ 130 w 195942"/>
                    <a:gd name="connsiteY3" fmla="*/ 1968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30" y="890"/>
                      </a:moveTo>
                      <a:lnTo>
                        <a:pt x="196073" y="890"/>
                      </a:lnTo>
                      <a:lnTo>
                        <a:pt x="196073" y="196833"/>
                      </a:lnTo>
                      <a:lnTo>
                        <a:pt x="130" y="1968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79" name="任意多边形: 形状 378"/>
                <p:cNvSpPr/>
                <p:nvPr/>
              </p:nvSpPr>
              <p:spPr>
                <a:xfrm>
                  <a:off x="3712028" y="5812971"/>
                  <a:ext cx="195942" cy="195942"/>
                </a:xfrm>
                <a:custGeom>
                  <a:avLst/>
                  <a:gdLst>
                    <a:gd name="connsiteX0" fmla="*/ 160 w 195942"/>
                    <a:gd name="connsiteY0" fmla="*/ 890 h 195942"/>
                    <a:gd name="connsiteX1" fmla="*/ 196103 w 195942"/>
                    <a:gd name="connsiteY1" fmla="*/ 890 h 195942"/>
                    <a:gd name="connsiteX2" fmla="*/ 196103 w 195942"/>
                    <a:gd name="connsiteY2" fmla="*/ 196833 h 195942"/>
                    <a:gd name="connsiteX3" fmla="*/ 160 w 195942"/>
                    <a:gd name="connsiteY3" fmla="*/ 1968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60" y="890"/>
                      </a:moveTo>
                      <a:lnTo>
                        <a:pt x="196103" y="890"/>
                      </a:lnTo>
                      <a:lnTo>
                        <a:pt x="196103" y="196833"/>
                      </a:lnTo>
                      <a:lnTo>
                        <a:pt x="160" y="1968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0" name="任意多边形: 形状 379"/>
                <p:cNvSpPr/>
                <p:nvPr/>
              </p:nvSpPr>
              <p:spPr>
                <a:xfrm>
                  <a:off x="3907971" y="5812971"/>
                  <a:ext cx="195942" cy="195942"/>
                </a:xfrm>
                <a:custGeom>
                  <a:avLst/>
                  <a:gdLst>
                    <a:gd name="connsiteX0" fmla="*/ 190 w 195942"/>
                    <a:gd name="connsiteY0" fmla="*/ 890 h 195942"/>
                    <a:gd name="connsiteX1" fmla="*/ 196133 w 195942"/>
                    <a:gd name="connsiteY1" fmla="*/ 890 h 195942"/>
                    <a:gd name="connsiteX2" fmla="*/ 196133 w 195942"/>
                    <a:gd name="connsiteY2" fmla="*/ 196833 h 195942"/>
                    <a:gd name="connsiteX3" fmla="*/ 190 w 195942"/>
                    <a:gd name="connsiteY3" fmla="*/ 1968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90" y="890"/>
                      </a:moveTo>
                      <a:lnTo>
                        <a:pt x="196133" y="890"/>
                      </a:lnTo>
                      <a:lnTo>
                        <a:pt x="196133" y="196833"/>
                      </a:lnTo>
                      <a:lnTo>
                        <a:pt x="190" y="1968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1" name="任意多边形: 形状 380"/>
                <p:cNvSpPr/>
                <p:nvPr/>
              </p:nvSpPr>
              <p:spPr>
                <a:xfrm>
                  <a:off x="4103914" y="5812971"/>
                  <a:ext cx="195942" cy="195942"/>
                </a:xfrm>
                <a:custGeom>
                  <a:avLst/>
                  <a:gdLst>
                    <a:gd name="connsiteX0" fmla="*/ 220 w 195942"/>
                    <a:gd name="connsiteY0" fmla="*/ 890 h 195942"/>
                    <a:gd name="connsiteX1" fmla="*/ 196163 w 195942"/>
                    <a:gd name="connsiteY1" fmla="*/ 890 h 195942"/>
                    <a:gd name="connsiteX2" fmla="*/ 196163 w 195942"/>
                    <a:gd name="connsiteY2" fmla="*/ 196833 h 195942"/>
                    <a:gd name="connsiteX3" fmla="*/ 220 w 195942"/>
                    <a:gd name="connsiteY3" fmla="*/ 1968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20" y="890"/>
                      </a:moveTo>
                      <a:lnTo>
                        <a:pt x="196163" y="890"/>
                      </a:lnTo>
                      <a:lnTo>
                        <a:pt x="196163" y="196833"/>
                      </a:lnTo>
                      <a:lnTo>
                        <a:pt x="220" y="1968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98" name="文本框 397"/>
            <p:cNvSpPr txBox="1"/>
            <p:nvPr/>
          </p:nvSpPr>
          <p:spPr>
            <a:xfrm>
              <a:off x="8055819" y="550818"/>
              <a:ext cx="346165" cy="359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non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905" b="0" i="0" u="none" strike="noStrike" cap="none" spc="0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  <a:latin typeface="Arial" panose="020B0604020202020204"/>
                  <a:ea typeface="等线" panose="02010600030101010101" charset="-122"/>
                  <a:cs typeface="Arial" panose="020B0604020202020204"/>
                  <a:sym typeface="Arial" panose="020B0604020202020204"/>
                  <a:rtl val="0"/>
                </a:rPr>
                <a:t>X</a:t>
              </a:r>
              <a:endParaRPr kumimoji="0" lang="zh-CN" altLang="en-US" sz="1905" b="0" i="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FillTx/>
                <a:latin typeface="Arial" panose="020B0604020202020204"/>
                <a:ea typeface="等线" panose="02010600030101010101" charset="-122"/>
                <a:cs typeface="Arial" panose="020B0604020202020204"/>
                <a:sym typeface="Arial" panose="020B0604020202020204"/>
                <a:rtl val="0"/>
              </a:endParaRPr>
            </a:p>
          </p:txBody>
        </p:sp>
        <p:sp>
          <p:nvSpPr>
            <p:cNvPr id="399" name="任意多边形: 形状 398"/>
            <p:cNvSpPr/>
            <p:nvPr/>
          </p:nvSpPr>
          <p:spPr>
            <a:xfrm rot="5400000">
              <a:off x="7749499" y="1709283"/>
              <a:ext cx="718457" cy="326571"/>
            </a:xfrm>
            <a:custGeom>
              <a:avLst/>
              <a:gdLst>
                <a:gd name="connsiteX0" fmla="*/ 0 w 718457"/>
                <a:gd name="connsiteY0" fmla="*/ 97971 h 326571"/>
                <a:gd name="connsiteX1" fmla="*/ 522514 w 718457"/>
                <a:gd name="connsiteY1" fmla="*/ 97971 h 326571"/>
                <a:gd name="connsiteX2" fmla="*/ 522514 w 718457"/>
                <a:gd name="connsiteY2" fmla="*/ 0 h 326571"/>
                <a:gd name="connsiteX3" fmla="*/ 718457 w 718457"/>
                <a:gd name="connsiteY3" fmla="*/ 163286 h 326571"/>
                <a:gd name="connsiteX4" fmla="*/ 522514 w 718457"/>
                <a:gd name="connsiteY4" fmla="*/ 326571 h 326571"/>
                <a:gd name="connsiteX5" fmla="*/ 522514 w 718457"/>
                <a:gd name="connsiteY5" fmla="*/ 228600 h 326571"/>
                <a:gd name="connsiteX6" fmla="*/ 0 w 718457"/>
                <a:gd name="connsiteY6" fmla="*/ 228600 h 326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8457" h="326571">
                  <a:moveTo>
                    <a:pt x="0" y="97971"/>
                  </a:moveTo>
                  <a:lnTo>
                    <a:pt x="522514" y="97971"/>
                  </a:lnTo>
                  <a:lnTo>
                    <a:pt x="522514" y="0"/>
                  </a:lnTo>
                  <a:lnTo>
                    <a:pt x="718457" y="163286"/>
                  </a:lnTo>
                  <a:lnTo>
                    <a:pt x="522514" y="326571"/>
                  </a:lnTo>
                  <a:lnTo>
                    <a:pt x="522514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4D7F5"/>
            </a:solidFill>
            <a:ln w="9797" cap="flat">
              <a:solidFill>
                <a:srgbClr val="55555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aphicFrame>
          <p:nvGraphicFramePr>
            <p:cNvPr id="400" name="对象 399"/>
            <p:cNvGraphicFramePr>
              <a:graphicFrameLocks noChangeAspect="1"/>
            </p:cNvGraphicFramePr>
            <p:nvPr/>
          </p:nvGraphicFramePr>
          <p:xfrm>
            <a:off x="7075215" y="1404755"/>
            <a:ext cx="321468" cy="428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3" name="Equation" r:id="rId17" imgW="155575" imgH="208915" progId="Equation.DSMT4">
                    <p:embed/>
                  </p:oleObj>
                </mc:Choice>
                <mc:Fallback>
                  <p:oleObj name="Equation" r:id="rId17" imgW="155575" imgH="208915" progId="Equation.DSMT4">
                    <p:embed/>
                    <p:pic>
                      <p:nvPicPr>
                        <p:cNvPr id="0" name="图片 646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075215" y="1404755"/>
                          <a:ext cx="321468" cy="4286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1" name="对象 400"/>
            <p:cNvGraphicFramePr>
              <a:graphicFrameLocks noChangeAspect="1"/>
            </p:cNvGraphicFramePr>
            <p:nvPr/>
          </p:nvGraphicFramePr>
          <p:xfrm>
            <a:off x="9217146" y="1184839"/>
            <a:ext cx="495878" cy="414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4" name="Equation" r:id="rId19" imgW="233680" imgH="194310" progId="Equation.DSMT4">
                    <p:embed/>
                  </p:oleObj>
                </mc:Choice>
                <mc:Fallback>
                  <p:oleObj name="Equation" r:id="rId19" imgW="233680" imgH="194310" progId="Equation.DSMT4">
                    <p:embed/>
                    <p:pic>
                      <p:nvPicPr>
                        <p:cNvPr id="0" name="图片 646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217146" y="1184839"/>
                          <a:ext cx="495878" cy="4141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02" name="图形 5"/>
            <p:cNvGrpSpPr/>
            <p:nvPr/>
          </p:nvGrpSpPr>
          <p:grpSpPr>
            <a:xfrm>
              <a:off x="7618869" y="2442224"/>
              <a:ext cx="979715" cy="979713"/>
              <a:chOff x="7238999" y="5127171"/>
              <a:chExt cx="979715" cy="979713"/>
            </a:xfrm>
            <a:solidFill>
              <a:srgbClr val="00B050"/>
            </a:solidFill>
          </p:grpSpPr>
          <p:grpSp>
            <p:nvGrpSpPr>
              <p:cNvPr id="403" name="图形 5"/>
              <p:cNvGrpSpPr/>
              <p:nvPr/>
            </p:nvGrpSpPr>
            <p:grpSpPr>
              <a:xfrm>
                <a:off x="7238999" y="5127171"/>
                <a:ext cx="979714" cy="252506"/>
                <a:chOff x="7238999" y="5127171"/>
                <a:chExt cx="979714" cy="252506"/>
              </a:xfrm>
              <a:grpFill/>
            </p:grpSpPr>
            <p:sp>
              <p:nvSpPr>
                <p:cNvPr id="429" name="任意多边形: 形状 428"/>
                <p:cNvSpPr/>
                <p:nvPr/>
              </p:nvSpPr>
              <p:spPr>
                <a:xfrm>
                  <a:off x="7238999" y="5127171"/>
                  <a:ext cx="234609" cy="252506"/>
                </a:xfrm>
                <a:custGeom>
                  <a:avLst/>
                  <a:gdLst>
                    <a:gd name="connsiteX0" fmla="*/ 700 w 195942"/>
                    <a:gd name="connsiteY0" fmla="*/ 785 h 195942"/>
                    <a:gd name="connsiteX1" fmla="*/ 196643 w 195942"/>
                    <a:gd name="connsiteY1" fmla="*/ 785 h 195942"/>
                    <a:gd name="connsiteX2" fmla="*/ 196643 w 195942"/>
                    <a:gd name="connsiteY2" fmla="*/ 196728 h 195942"/>
                    <a:gd name="connsiteX3" fmla="*/ 70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85"/>
                      </a:moveTo>
                      <a:lnTo>
                        <a:pt x="196643" y="785"/>
                      </a:lnTo>
                      <a:lnTo>
                        <a:pt x="196643" y="196728"/>
                      </a:lnTo>
                      <a:lnTo>
                        <a:pt x="70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0" name="任意多边形: 形状 429"/>
                <p:cNvSpPr/>
                <p:nvPr/>
              </p:nvSpPr>
              <p:spPr>
                <a:xfrm>
                  <a:off x="7434942" y="51271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85 h 195942"/>
                    <a:gd name="connsiteX1" fmla="*/ 196673 w 195942"/>
                    <a:gd name="connsiteY1" fmla="*/ 785 h 195942"/>
                    <a:gd name="connsiteX2" fmla="*/ 196673 w 195942"/>
                    <a:gd name="connsiteY2" fmla="*/ 196728 h 195942"/>
                    <a:gd name="connsiteX3" fmla="*/ 73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85"/>
                      </a:moveTo>
                      <a:lnTo>
                        <a:pt x="196673" y="785"/>
                      </a:lnTo>
                      <a:lnTo>
                        <a:pt x="196673" y="196728"/>
                      </a:lnTo>
                      <a:lnTo>
                        <a:pt x="73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1" name="任意多边形: 形状 430"/>
                <p:cNvSpPr/>
                <p:nvPr/>
              </p:nvSpPr>
              <p:spPr>
                <a:xfrm>
                  <a:off x="7630885" y="51271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85 h 195942"/>
                    <a:gd name="connsiteX1" fmla="*/ 196703 w 195942"/>
                    <a:gd name="connsiteY1" fmla="*/ 785 h 195942"/>
                    <a:gd name="connsiteX2" fmla="*/ 196703 w 195942"/>
                    <a:gd name="connsiteY2" fmla="*/ 196728 h 195942"/>
                    <a:gd name="connsiteX3" fmla="*/ 76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85"/>
                      </a:moveTo>
                      <a:lnTo>
                        <a:pt x="196703" y="785"/>
                      </a:lnTo>
                      <a:lnTo>
                        <a:pt x="196703" y="196728"/>
                      </a:lnTo>
                      <a:lnTo>
                        <a:pt x="76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2" name="任意多边形: 形状 431"/>
                <p:cNvSpPr/>
                <p:nvPr/>
              </p:nvSpPr>
              <p:spPr>
                <a:xfrm>
                  <a:off x="7826828" y="51271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85 h 195942"/>
                    <a:gd name="connsiteX1" fmla="*/ 196733 w 195942"/>
                    <a:gd name="connsiteY1" fmla="*/ 785 h 195942"/>
                    <a:gd name="connsiteX2" fmla="*/ 196733 w 195942"/>
                    <a:gd name="connsiteY2" fmla="*/ 196728 h 195942"/>
                    <a:gd name="connsiteX3" fmla="*/ 79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85"/>
                      </a:moveTo>
                      <a:lnTo>
                        <a:pt x="196733" y="785"/>
                      </a:lnTo>
                      <a:lnTo>
                        <a:pt x="196733" y="196728"/>
                      </a:lnTo>
                      <a:lnTo>
                        <a:pt x="79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3" name="任意多边形: 形状 432"/>
                <p:cNvSpPr/>
                <p:nvPr/>
              </p:nvSpPr>
              <p:spPr>
                <a:xfrm>
                  <a:off x="8022771" y="5127171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785 h 195942"/>
                    <a:gd name="connsiteX1" fmla="*/ 196763 w 195942"/>
                    <a:gd name="connsiteY1" fmla="*/ 785 h 195942"/>
                    <a:gd name="connsiteX2" fmla="*/ 196763 w 195942"/>
                    <a:gd name="connsiteY2" fmla="*/ 196728 h 195942"/>
                    <a:gd name="connsiteX3" fmla="*/ 82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785"/>
                      </a:moveTo>
                      <a:lnTo>
                        <a:pt x="196763" y="785"/>
                      </a:lnTo>
                      <a:lnTo>
                        <a:pt x="196763" y="196728"/>
                      </a:lnTo>
                      <a:lnTo>
                        <a:pt x="82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4" name="图形 5"/>
              <p:cNvGrpSpPr/>
              <p:nvPr/>
            </p:nvGrpSpPr>
            <p:grpSpPr>
              <a:xfrm>
                <a:off x="7239000" y="5323114"/>
                <a:ext cx="979714" cy="195942"/>
                <a:chOff x="7239000" y="5323114"/>
                <a:chExt cx="979714" cy="195942"/>
              </a:xfrm>
              <a:grpFill/>
            </p:grpSpPr>
            <p:sp>
              <p:nvSpPr>
                <p:cNvPr id="424" name="任意多边形: 形状 423"/>
                <p:cNvSpPr/>
                <p:nvPr/>
              </p:nvSpPr>
              <p:spPr>
                <a:xfrm>
                  <a:off x="7239000" y="5323114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15 h 195942"/>
                    <a:gd name="connsiteX1" fmla="*/ 196643 w 195942"/>
                    <a:gd name="connsiteY1" fmla="*/ 815 h 195942"/>
                    <a:gd name="connsiteX2" fmla="*/ 196643 w 195942"/>
                    <a:gd name="connsiteY2" fmla="*/ 196758 h 195942"/>
                    <a:gd name="connsiteX3" fmla="*/ 70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15"/>
                      </a:moveTo>
                      <a:lnTo>
                        <a:pt x="196643" y="815"/>
                      </a:lnTo>
                      <a:lnTo>
                        <a:pt x="196643" y="196758"/>
                      </a:lnTo>
                      <a:lnTo>
                        <a:pt x="70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5" name="任意多边形: 形状 424"/>
                <p:cNvSpPr/>
                <p:nvPr/>
              </p:nvSpPr>
              <p:spPr>
                <a:xfrm>
                  <a:off x="7434942" y="5323114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15 h 195942"/>
                    <a:gd name="connsiteX1" fmla="*/ 196673 w 195942"/>
                    <a:gd name="connsiteY1" fmla="*/ 815 h 195942"/>
                    <a:gd name="connsiteX2" fmla="*/ 196673 w 195942"/>
                    <a:gd name="connsiteY2" fmla="*/ 196758 h 195942"/>
                    <a:gd name="connsiteX3" fmla="*/ 73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15"/>
                      </a:moveTo>
                      <a:lnTo>
                        <a:pt x="196673" y="815"/>
                      </a:lnTo>
                      <a:lnTo>
                        <a:pt x="196673" y="196758"/>
                      </a:lnTo>
                      <a:lnTo>
                        <a:pt x="73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6" name="任意多边形: 形状 425"/>
                <p:cNvSpPr/>
                <p:nvPr/>
              </p:nvSpPr>
              <p:spPr>
                <a:xfrm>
                  <a:off x="7630885" y="5323114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15 h 195942"/>
                    <a:gd name="connsiteX1" fmla="*/ 196703 w 195942"/>
                    <a:gd name="connsiteY1" fmla="*/ 815 h 195942"/>
                    <a:gd name="connsiteX2" fmla="*/ 196703 w 195942"/>
                    <a:gd name="connsiteY2" fmla="*/ 196758 h 195942"/>
                    <a:gd name="connsiteX3" fmla="*/ 76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15"/>
                      </a:moveTo>
                      <a:lnTo>
                        <a:pt x="196703" y="815"/>
                      </a:lnTo>
                      <a:lnTo>
                        <a:pt x="196703" y="196758"/>
                      </a:lnTo>
                      <a:lnTo>
                        <a:pt x="76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7" name="任意多边形: 形状 426"/>
                <p:cNvSpPr/>
                <p:nvPr/>
              </p:nvSpPr>
              <p:spPr>
                <a:xfrm>
                  <a:off x="7826828" y="5323114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15 h 195942"/>
                    <a:gd name="connsiteX1" fmla="*/ 196733 w 195942"/>
                    <a:gd name="connsiteY1" fmla="*/ 815 h 195942"/>
                    <a:gd name="connsiteX2" fmla="*/ 196733 w 195942"/>
                    <a:gd name="connsiteY2" fmla="*/ 196758 h 195942"/>
                    <a:gd name="connsiteX3" fmla="*/ 79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15"/>
                      </a:moveTo>
                      <a:lnTo>
                        <a:pt x="196733" y="815"/>
                      </a:lnTo>
                      <a:lnTo>
                        <a:pt x="196733" y="196758"/>
                      </a:lnTo>
                      <a:lnTo>
                        <a:pt x="79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8" name="任意多边形: 形状 427"/>
                <p:cNvSpPr/>
                <p:nvPr/>
              </p:nvSpPr>
              <p:spPr>
                <a:xfrm>
                  <a:off x="8022771" y="5323114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815 h 195942"/>
                    <a:gd name="connsiteX1" fmla="*/ 196763 w 195942"/>
                    <a:gd name="connsiteY1" fmla="*/ 815 h 195942"/>
                    <a:gd name="connsiteX2" fmla="*/ 196763 w 195942"/>
                    <a:gd name="connsiteY2" fmla="*/ 196758 h 195942"/>
                    <a:gd name="connsiteX3" fmla="*/ 82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815"/>
                      </a:moveTo>
                      <a:lnTo>
                        <a:pt x="196763" y="815"/>
                      </a:lnTo>
                      <a:lnTo>
                        <a:pt x="196763" y="196758"/>
                      </a:lnTo>
                      <a:lnTo>
                        <a:pt x="82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5" name="图形 5"/>
              <p:cNvGrpSpPr/>
              <p:nvPr/>
            </p:nvGrpSpPr>
            <p:grpSpPr>
              <a:xfrm>
                <a:off x="7239000" y="5519057"/>
                <a:ext cx="979713" cy="195942"/>
                <a:chOff x="7239000" y="5519057"/>
                <a:chExt cx="979713" cy="195942"/>
              </a:xfrm>
              <a:grpFill/>
            </p:grpSpPr>
            <p:sp>
              <p:nvSpPr>
                <p:cNvPr id="419" name="任意多边形: 形状 418"/>
                <p:cNvSpPr/>
                <p:nvPr/>
              </p:nvSpPr>
              <p:spPr>
                <a:xfrm>
                  <a:off x="7239000" y="5519057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45 h 195942"/>
                    <a:gd name="connsiteX1" fmla="*/ 196643 w 195942"/>
                    <a:gd name="connsiteY1" fmla="*/ 845 h 195942"/>
                    <a:gd name="connsiteX2" fmla="*/ 196643 w 195942"/>
                    <a:gd name="connsiteY2" fmla="*/ 196788 h 195942"/>
                    <a:gd name="connsiteX3" fmla="*/ 70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45"/>
                      </a:moveTo>
                      <a:lnTo>
                        <a:pt x="196643" y="845"/>
                      </a:lnTo>
                      <a:lnTo>
                        <a:pt x="196643" y="196788"/>
                      </a:lnTo>
                      <a:lnTo>
                        <a:pt x="70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0" name="任意多边形: 形状 419"/>
                <p:cNvSpPr/>
                <p:nvPr/>
              </p:nvSpPr>
              <p:spPr>
                <a:xfrm>
                  <a:off x="7434942" y="5519057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45 h 195942"/>
                    <a:gd name="connsiteX1" fmla="*/ 196673 w 195942"/>
                    <a:gd name="connsiteY1" fmla="*/ 845 h 195942"/>
                    <a:gd name="connsiteX2" fmla="*/ 196673 w 195942"/>
                    <a:gd name="connsiteY2" fmla="*/ 196788 h 195942"/>
                    <a:gd name="connsiteX3" fmla="*/ 73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45"/>
                      </a:moveTo>
                      <a:lnTo>
                        <a:pt x="196673" y="845"/>
                      </a:lnTo>
                      <a:lnTo>
                        <a:pt x="196673" y="196788"/>
                      </a:lnTo>
                      <a:lnTo>
                        <a:pt x="73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1" name="任意多边形: 形状 420"/>
                <p:cNvSpPr/>
                <p:nvPr/>
              </p:nvSpPr>
              <p:spPr>
                <a:xfrm>
                  <a:off x="7630885" y="5519057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45 h 195942"/>
                    <a:gd name="connsiteX1" fmla="*/ 196703 w 195942"/>
                    <a:gd name="connsiteY1" fmla="*/ 845 h 195942"/>
                    <a:gd name="connsiteX2" fmla="*/ 196703 w 195942"/>
                    <a:gd name="connsiteY2" fmla="*/ 196788 h 195942"/>
                    <a:gd name="connsiteX3" fmla="*/ 76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45"/>
                      </a:moveTo>
                      <a:lnTo>
                        <a:pt x="196703" y="845"/>
                      </a:lnTo>
                      <a:lnTo>
                        <a:pt x="196703" y="196788"/>
                      </a:lnTo>
                      <a:lnTo>
                        <a:pt x="76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2" name="任意多边形: 形状 421"/>
                <p:cNvSpPr/>
                <p:nvPr/>
              </p:nvSpPr>
              <p:spPr>
                <a:xfrm>
                  <a:off x="7826828" y="5519057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45 h 195942"/>
                    <a:gd name="connsiteX1" fmla="*/ 196733 w 195942"/>
                    <a:gd name="connsiteY1" fmla="*/ 845 h 195942"/>
                    <a:gd name="connsiteX2" fmla="*/ 196733 w 195942"/>
                    <a:gd name="connsiteY2" fmla="*/ 196788 h 195942"/>
                    <a:gd name="connsiteX3" fmla="*/ 79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45"/>
                      </a:moveTo>
                      <a:lnTo>
                        <a:pt x="196733" y="845"/>
                      </a:lnTo>
                      <a:lnTo>
                        <a:pt x="196733" y="196788"/>
                      </a:lnTo>
                      <a:lnTo>
                        <a:pt x="79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3" name="任意多边形: 形状 422"/>
                <p:cNvSpPr/>
                <p:nvPr/>
              </p:nvSpPr>
              <p:spPr>
                <a:xfrm>
                  <a:off x="8022771" y="5519057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845 h 195942"/>
                    <a:gd name="connsiteX1" fmla="*/ 196763 w 195942"/>
                    <a:gd name="connsiteY1" fmla="*/ 845 h 195942"/>
                    <a:gd name="connsiteX2" fmla="*/ 196763 w 195942"/>
                    <a:gd name="connsiteY2" fmla="*/ 196788 h 195942"/>
                    <a:gd name="connsiteX3" fmla="*/ 82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845"/>
                      </a:moveTo>
                      <a:lnTo>
                        <a:pt x="196763" y="845"/>
                      </a:lnTo>
                      <a:lnTo>
                        <a:pt x="196763" y="196788"/>
                      </a:lnTo>
                      <a:lnTo>
                        <a:pt x="82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6" name="图形 5"/>
              <p:cNvGrpSpPr/>
              <p:nvPr/>
            </p:nvGrpSpPr>
            <p:grpSpPr>
              <a:xfrm>
                <a:off x="7239000" y="5715000"/>
                <a:ext cx="979714" cy="195942"/>
                <a:chOff x="7239000" y="5715000"/>
                <a:chExt cx="979714" cy="195942"/>
              </a:xfrm>
              <a:grpFill/>
            </p:grpSpPr>
            <p:sp>
              <p:nvSpPr>
                <p:cNvPr id="414" name="任意多边形: 形状 413"/>
                <p:cNvSpPr/>
                <p:nvPr/>
              </p:nvSpPr>
              <p:spPr>
                <a:xfrm>
                  <a:off x="7239000" y="57150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75 h 195942"/>
                    <a:gd name="connsiteX1" fmla="*/ 196643 w 195942"/>
                    <a:gd name="connsiteY1" fmla="*/ 875 h 195942"/>
                    <a:gd name="connsiteX2" fmla="*/ 196643 w 195942"/>
                    <a:gd name="connsiteY2" fmla="*/ 196818 h 195942"/>
                    <a:gd name="connsiteX3" fmla="*/ 70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75"/>
                      </a:moveTo>
                      <a:lnTo>
                        <a:pt x="196643" y="875"/>
                      </a:lnTo>
                      <a:lnTo>
                        <a:pt x="196643" y="196818"/>
                      </a:lnTo>
                      <a:lnTo>
                        <a:pt x="70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5" name="任意多边形: 形状 414"/>
                <p:cNvSpPr/>
                <p:nvPr/>
              </p:nvSpPr>
              <p:spPr>
                <a:xfrm>
                  <a:off x="7434942" y="57150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75 h 195942"/>
                    <a:gd name="connsiteX1" fmla="*/ 196673 w 195942"/>
                    <a:gd name="connsiteY1" fmla="*/ 875 h 195942"/>
                    <a:gd name="connsiteX2" fmla="*/ 196673 w 195942"/>
                    <a:gd name="connsiteY2" fmla="*/ 196818 h 195942"/>
                    <a:gd name="connsiteX3" fmla="*/ 73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75"/>
                      </a:moveTo>
                      <a:lnTo>
                        <a:pt x="196673" y="875"/>
                      </a:lnTo>
                      <a:lnTo>
                        <a:pt x="196673" y="196818"/>
                      </a:lnTo>
                      <a:lnTo>
                        <a:pt x="73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6" name="任意多边形: 形状 415"/>
                <p:cNvSpPr/>
                <p:nvPr/>
              </p:nvSpPr>
              <p:spPr>
                <a:xfrm>
                  <a:off x="7630885" y="57150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75 h 195942"/>
                    <a:gd name="connsiteX1" fmla="*/ 196703 w 195942"/>
                    <a:gd name="connsiteY1" fmla="*/ 875 h 195942"/>
                    <a:gd name="connsiteX2" fmla="*/ 196703 w 195942"/>
                    <a:gd name="connsiteY2" fmla="*/ 196818 h 195942"/>
                    <a:gd name="connsiteX3" fmla="*/ 76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75"/>
                      </a:moveTo>
                      <a:lnTo>
                        <a:pt x="196703" y="875"/>
                      </a:lnTo>
                      <a:lnTo>
                        <a:pt x="196703" y="196818"/>
                      </a:lnTo>
                      <a:lnTo>
                        <a:pt x="76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7" name="任意多边形: 形状 416"/>
                <p:cNvSpPr/>
                <p:nvPr/>
              </p:nvSpPr>
              <p:spPr>
                <a:xfrm>
                  <a:off x="7826828" y="57150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75 h 195942"/>
                    <a:gd name="connsiteX1" fmla="*/ 196733 w 195942"/>
                    <a:gd name="connsiteY1" fmla="*/ 875 h 195942"/>
                    <a:gd name="connsiteX2" fmla="*/ 196733 w 195942"/>
                    <a:gd name="connsiteY2" fmla="*/ 196818 h 195942"/>
                    <a:gd name="connsiteX3" fmla="*/ 79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75"/>
                      </a:moveTo>
                      <a:lnTo>
                        <a:pt x="196733" y="875"/>
                      </a:lnTo>
                      <a:lnTo>
                        <a:pt x="196733" y="196818"/>
                      </a:lnTo>
                      <a:lnTo>
                        <a:pt x="79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8" name="任意多边形: 形状 417"/>
                <p:cNvSpPr/>
                <p:nvPr/>
              </p:nvSpPr>
              <p:spPr>
                <a:xfrm>
                  <a:off x="8022771" y="5715000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875 h 195942"/>
                    <a:gd name="connsiteX1" fmla="*/ 196763 w 195942"/>
                    <a:gd name="connsiteY1" fmla="*/ 875 h 195942"/>
                    <a:gd name="connsiteX2" fmla="*/ 196763 w 195942"/>
                    <a:gd name="connsiteY2" fmla="*/ 196818 h 195942"/>
                    <a:gd name="connsiteX3" fmla="*/ 82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875"/>
                      </a:moveTo>
                      <a:lnTo>
                        <a:pt x="196763" y="875"/>
                      </a:lnTo>
                      <a:lnTo>
                        <a:pt x="196763" y="196818"/>
                      </a:lnTo>
                      <a:lnTo>
                        <a:pt x="82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7" name="图形 5"/>
              <p:cNvGrpSpPr/>
              <p:nvPr/>
            </p:nvGrpSpPr>
            <p:grpSpPr>
              <a:xfrm>
                <a:off x="7239000" y="5910942"/>
                <a:ext cx="979714" cy="195942"/>
                <a:chOff x="7239000" y="5910942"/>
                <a:chExt cx="979714" cy="195942"/>
              </a:xfrm>
              <a:grpFill/>
            </p:grpSpPr>
            <p:sp>
              <p:nvSpPr>
                <p:cNvPr id="409" name="任意多边形: 形状 408"/>
                <p:cNvSpPr/>
                <p:nvPr/>
              </p:nvSpPr>
              <p:spPr>
                <a:xfrm>
                  <a:off x="7239000" y="59109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905 h 195942"/>
                    <a:gd name="connsiteX1" fmla="*/ 196643 w 195942"/>
                    <a:gd name="connsiteY1" fmla="*/ 905 h 195942"/>
                    <a:gd name="connsiteX2" fmla="*/ 196643 w 195942"/>
                    <a:gd name="connsiteY2" fmla="*/ 196848 h 195942"/>
                    <a:gd name="connsiteX3" fmla="*/ 70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905"/>
                      </a:moveTo>
                      <a:lnTo>
                        <a:pt x="196643" y="905"/>
                      </a:lnTo>
                      <a:lnTo>
                        <a:pt x="196643" y="196848"/>
                      </a:lnTo>
                      <a:lnTo>
                        <a:pt x="70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0" name="任意多边形: 形状 409"/>
                <p:cNvSpPr/>
                <p:nvPr/>
              </p:nvSpPr>
              <p:spPr>
                <a:xfrm>
                  <a:off x="7434942" y="59109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905 h 195942"/>
                    <a:gd name="connsiteX1" fmla="*/ 196673 w 195942"/>
                    <a:gd name="connsiteY1" fmla="*/ 905 h 195942"/>
                    <a:gd name="connsiteX2" fmla="*/ 196673 w 195942"/>
                    <a:gd name="connsiteY2" fmla="*/ 196848 h 195942"/>
                    <a:gd name="connsiteX3" fmla="*/ 73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905"/>
                      </a:moveTo>
                      <a:lnTo>
                        <a:pt x="196673" y="905"/>
                      </a:lnTo>
                      <a:lnTo>
                        <a:pt x="196673" y="196848"/>
                      </a:lnTo>
                      <a:lnTo>
                        <a:pt x="73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1" name="任意多边形: 形状 410"/>
                <p:cNvSpPr/>
                <p:nvPr/>
              </p:nvSpPr>
              <p:spPr>
                <a:xfrm>
                  <a:off x="7630885" y="59109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905 h 195942"/>
                    <a:gd name="connsiteX1" fmla="*/ 196703 w 195942"/>
                    <a:gd name="connsiteY1" fmla="*/ 905 h 195942"/>
                    <a:gd name="connsiteX2" fmla="*/ 196703 w 195942"/>
                    <a:gd name="connsiteY2" fmla="*/ 196848 h 195942"/>
                    <a:gd name="connsiteX3" fmla="*/ 76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905"/>
                      </a:moveTo>
                      <a:lnTo>
                        <a:pt x="196703" y="905"/>
                      </a:lnTo>
                      <a:lnTo>
                        <a:pt x="196703" y="196848"/>
                      </a:lnTo>
                      <a:lnTo>
                        <a:pt x="76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2" name="任意多边形: 形状 411"/>
                <p:cNvSpPr/>
                <p:nvPr/>
              </p:nvSpPr>
              <p:spPr>
                <a:xfrm>
                  <a:off x="7826828" y="59109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905 h 195942"/>
                    <a:gd name="connsiteX1" fmla="*/ 196733 w 195942"/>
                    <a:gd name="connsiteY1" fmla="*/ 905 h 195942"/>
                    <a:gd name="connsiteX2" fmla="*/ 196733 w 195942"/>
                    <a:gd name="connsiteY2" fmla="*/ 196848 h 195942"/>
                    <a:gd name="connsiteX3" fmla="*/ 79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905"/>
                      </a:moveTo>
                      <a:lnTo>
                        <a:pt x="196733" y="905"/>
                      </a:lnTo>
                      <a:lnTo>
                        <a:pt x="196733" y="196848"/>
                      </a:lnTo>
                      <a:lnTo>
                        <a:pt x="79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3" name="任意多边形: 形状 412"/>
                <p:cNvSpPr/>
                <p:nvPr/>
              </p:nvSpPr>
              <p:spPr>
                <a:xfrm>
                  <a:off x="8022771" y="5910942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905 h 195942"/>
                    <a:gd name="connsiteX1" fmla="*/ 196763 w 195942"/>
                    <a:gd name="connsiteY1" fmla="*/ 905 h 195942"/>
                    <a:gd name="connsiteX2" fmla="*/ 196763 w 195942"/>
                    <a:gd name="connsiteY2" fmla="*/ 196848 h 195942"/>
                    <a:gd name="connsiteX3" fmla="*/ 82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905"/>
                      </a:moveTo>
                      <a:lnTo>
                        <a:pt x="196763" y="905"/>
                      </a:lnTo>
                      <a:lnTo>
                        <a:pt x="196763" y="196848"/>
                      </a:lnTo>
                      <a:lnTo>
                        <a:pt x="82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473" name="对象 472"/>
            <p:cNvGraphicFramePr>
              <a:graphicFrameLocks noChangeAspect="1"/>
            </p:cNvGraphicFramePr>
            <p:nvPr/>
          </p:nvGraphicFramePr>
          <p:xfrm>
            <a:off x="7319406" y="3561500"/>
            <a:ext cx="1456670" cy="757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5" name="Equation" r:id="rId21" imgW="1035685" imgH="539750" progId="Equation.DSMT4">
                    <p:embed/>
                  </p:oleObj>
                </mc:Choice>
                <mc:Fallback>
                  <p:oleObj name="Equation" r:id="rId21" imgW="1035685" imgH="539750" progId="Equation.DSMT4">
                    <p:embed/>
                    <p:pic>
                      <p:nvPicPr>
                        <p:cNvPr id="0" name="图片 6468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319406" y="3561500"/>
                          <a:ext cx="1456670" cy="757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9" name="组合 468"/>
          <p:cNvGrpSpPr/>
          <p:nvPr/>
        </p:nvGrpSpPr>
        <p:grpSpPr>
          <a:xfrm>
            <a:off x="311057" y="3975420"/>
            <a:ext cx="2589809" cy="2358058"/>
            <a:chOff x="311057" y="3975420"/>
            <a:chExt cx="2589809" cy="2358058"/>
          </a:xfrm>
        </p:grpSpPr>
        <p:grpSp>
          <p:nvGrpSpPr>
            <p:cNvPr id="535" name="图形 5"/>
            <p:cNvGrpSpPr/>
            <p:nvPr/>
          </p:nvGrpSpPr>
          <p:grpSpPr>
            <a:xfrm>
              <a:off x="856941" y="3975420"/>
              <a:ext cx="2043925" cy="2342102"/>
              <a:chOff x="7238999" y="5127171"/>
              <a:chExt cx="783771" cy="979713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536" name="图形 5"/>
              <p:cNvGrpSpPr/>
              <p:nvPr/>
            </p:nvGrpSpPr>
            <p:grpSpPr>
              <a:xfrm>
                <a:off x="7238999" y="5127171"/>
                <a:ext cx="783771" cy="252506"/>
                <a:chOff x="7238999" y="5127171"/>
                <a:chExt cx="783771" cy="252506"/>
              </a:xfrm>
              <a:grpFill/>
            </p:grpSpPr>
            <p:sp>
              <p:nvSpPr>
                <p:cNvPr id="557" name="任意多边形: 形状 556"/>
                <p:cNvSpPr/>
                <p:nvPr/>
              </p:nvSpPr>
              <p:spPr>
                <a:xfrm>
                  <a:off x="7238999" y="5127171"/>
                  <a:ext cx="234609" cy="252506"/>
                </a:xfrm>
                <a:custGeom>
                  <a:avLst/>
                  <a:gdLst>
                    <a:gd name="connsiteX0" fmla="*/ 700 w 195942"/>
                    <a:gd name="connsiteY0" fmla="*/ 785 h 195942"/>
                    <a:gd name="connsiteX1" fmla="*/ 196643 w 195942"/>
                    <a:gd name="connsiteY1" fmla="*/ 785 h 195942"/>
                    <a:gd name="connsiteX2" fmla="*/ 196643 w 195942"/>
                    <a:gd name="connsiteY2" fmla="*/ 196728 h 195942"/>
                    <a:gd name="connsiteX3" fmla="*/ 70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85"/>
                      </a:moveTo>
                      <a:lnTo>
                        <a:pt x="196643" y="785"/>
                      </a:lnTo>
                      <a:lnTo>
                        <a:pt x="196643" y="196728"/>
                      </a:lnTo>
                      <a:lnTo>
                        <a:pt x="70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8" name="任意多边形: 形状 557"/>
                <p:cNvSpPr/>
                <p:nvPr/>
              </p:nvSpPr>
              <p:spPr>
                <a:xfrm>
                  <a:off x="7434942" y="51271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85 h 195942"/>
                    <a:gd name="connsiteX1" fmla="*/ 196673 w 195942"/>
                    <a:gd name="connsiteY1" fmla="*/ 785 h 195942"/>
                    <a:gd name="connsiteX2" fmla="*/ 196673 w 195942"/>
                    <a:gd name="connsiteY2" fmla="*/ 196728 h 195942"/>
                    <a:gd name="connsiteX3" fmla="*/ 73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85"/>
                      </a:moveTo>
                      <a:lnTo>
                        <a:pt x="196673" y="785"/>
                      </a:lnTo>
                      <a:lnTo>
                        <a:pt x="196673" y="196728"/>
                      </a:lnTo>
                      <a:lnTo>
                        <a:pt x="73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9" name="任意多边形: 形状 558"/>
                <p:cNvSpPr/>
                <p:nvPr/>
              </p:nvSpPr>
              <p:spPr>
                <a:xfrm>
                  <a:off x="7630885" y="51271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85 h 195942"/>
                    <a:gd name="connsiteX1" fmla="*/ 196703 w 195942"/>
                    <a:gd name="connsiteY1" fmla="*/ 785 h 195942"/>
                    <a:gd name="connsiteX2" fmla="*/ 196703 w 195942"/>
                    <a:gd name="connsiteY2" fmla="*/ 196728 h 195942"/>
                    <a:gd name="connsiteX3" fmla="*/ 76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85"/>
                      </a:moveTo>
                      <a:lnTo>
                        <a:pt x="196703" y="785"/>
                      </a:lnTo>
                      <a:lnTo>
                        <a:pt x="196703" y="196728"/>
                      </a:lnTo>
                      <a:lnTo>
                        <a:pt x="76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0" name="任意多边形: 形状 559"/>
                <p:cNvSpPr/>
                <p:nvPr/>
              </p:nvSpPr>
              <p:spPr>
                <a:xfrm>
                  <a:off x="7826828" y="51271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85 h 195942"/>
                    <a:gd name="connsiteX1" fmla="*/ 196733 w 195942"/>
                    <a:gd name="connsiteY1" fmla="*/ 785 h 195942"/>
                    <a:gd name="connsiteX2" fmla="*/ 196733 w 195942"/>
                    <a:gd name="connsiteY2" fmla="*/ 196728 h 195942"/>
                    <a:gd name="connsiteX3" fmla="*/ 79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85"/>
                      </a:moveTo>
                      <a:lnTo>
                        <a:pt x="196733" y="785"/>
                      </a:lnTo>
                      <a:lnTo>
                        <a:pt x="196733" y="196728"/>
                      </a:lnTo>
                      <a:lnTo>
                        <a:pt x="79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7" name="图形 5"/>
              <p:cNvGrpSpPr/>
              <p:nvPr/>
            </p:nvGrpSpPr>
            <p:grpSpPr>
              <a:xfrm>
                <a:off x="7239000" y="5323114"/>
                <a:ext cx="783770" cy="195942"/>
                <a:chOff x="7239000" y="5323114"/>
                <a:chExt cx="783770" cy="195942"/>
              </a:xfrm>
              <a:grpFill/>
            </p:grpSpPr>
            <p:sp>
              <p:nvSpPr>
                <p:cNvPr id="553" name="任意多边形: 形状 552"/>
                <p:cNvSpPr/>
                <p:nvPr/>
              </p:nvSpPr>
              <p:spPr>
                <a:xfrm>
                  <a:off x="7239000" y="5323114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15 h 195942"/>
                    <a:gd name="connsiteX1" fmla="*/ 196643 w 195942"/>
                    <a:gd name="connsiteY1" fmla="*/ 815 h 195942"/>
                    <a:gd name="connsiteX2" fmla="*/ 196643 w 195942"/>
                    <a:gd name="connsiteY2" fmla="*/ 196758 h 195942"/>
                    <a:gd name="connsiteX3" fmla="*/ 70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15"/>
                      </a:moveTo>
                      <a:lnTo>
                        <a:pt x="196643" y="815"/>
                      </a:lnTo>
                      <a:lnTo>
                        <a:pt x="196643" y="196758"/>
                      </a:lnTo>
                      <a:lnTo>
                        <a:pt x="70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4" name="任意多边形: 形状 553"/>
                <p:cNvSpPr/>
                <p:nvPr/>
              </p:nvSpPr>
              <p:spPr>
                <a:xfrm>
                  <a:off x="7434942" y="5323114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15 h 195942"/>
                    <a:gd name="connsiteX1" fmla="*/ 196673 w 195942"/>
                    <a:gd name="connsiteY1" fmla="*/ 815 h 195942"/>
                    <a:gd name="connsiteX2" fmla="*/ 196673 w 195942"/>
                    <a:gd name="connsiteY2" fmla="*/ 196758 h 195942"/>
                    <a:gd name="connsiteX3" fmla="*/ 73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15"/>
                      </a:moveTo>
                      <a:lnTo>
                        <a:pt x="196673" y="815"/>
                      </a:lnTo>
                      <a:lnTo>
                        <a:pt x="196673" y="196758"/>
                      </a:lnTo>
                      <a:lnTo>
                        <a:pt x="73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5" name="任意多边形: 形状 554"/>
                <p:cNvSpPr/>
                <p:nvPr/>
              </p:nvSpPr>
              <p:spPr>
                <a:xfrm>
                  <a:off x="7630885" y="5323114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15 h 195942"/>
                    <a:gd name="connsiteX1" fmla="*/ 196703 w 195942"/>
                    <a:gd name="connsiteY1" fmla="*/ 815 h 195942"/>
                    <a:gd name="connsiteX2" fmla="*/ 196703 w 195942"/>
                    <a:gd name="connsiteY2" fmla="*/ 196758 h 195942"/>
                    <a:gd name="connsiteX3" fmla="*/ 76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15"/>
                      </a:moveTo>
                      <a:lnTo>
                        <a:pt x="196703" y="815"/>
                      </a:lnTo>
                      <a:lnTo>
                        <a:pt x="196703" y="196758"/>
                      </a:lnTo>
                      <a:lnTo>
                        <a:pt x="76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6" name="任意多边形: 形状 555"/>
                <p:cNvSpPr/>
                <p:nvPr/>
              </p:nvSpPr>
              <p:spPr>
                <a:xfrm>
                  <a:off x="7826828" y="5323114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15 h 195942"/>
                    <a:gd name="connsiteX1" fmla="*/ 196733 w 195942"/>
                    <a:gd name="connsiteY1" fmla="*/ 815 h 195942"/>
                    <a:gd name="connsiteX2" fmla="*/ 196733 w 195942"/>
                    <a:gd name="connsiteY2" fmla="*/ 196758 h 195942"/>
                    <a:gd name="connsiteX3" fmla="*/ 79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15"/>
                      </a:moveTo>
                      <a:lnTo>
                        <a:pt x="196733" y="815"/>
                      </a:lnTo>
                      <a:lnTo>
                        <a:pt x="196733" y="196758"/>
                      </a:lnTo>
                      <a:lnTo>
                        <a:pt x="79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8" name="图形 5"/>
              <p:cNvGrpSpPr/>
              <p:nvPr/>
            </p:nvGrpSpPr>
            <p:grpSpPr>
              <a:xfrm>
                <a:off x="7239000" y="5519057"/>
                <a:ext cx="783770" cy="195942"/>
                <a:chOff x="7239000" y="5519057"/>
                <a:chExt cx="783770" cy="195942"/>
              </a:xfrm>
              <a:grpFill/>
            </p:grpSpPr>
            <p:sp>
              <p:nvSpPr>
                <p:cNvPr id="549" name="任意多边形: 形状 548"/>
                <p:cNvSpPr/>
                <p:nvPr/>
              </p:nvSpPr>
              <p:spPr>
                <a:xfrm>
                  <a:off x="7239000" y="5519057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45 h 195942"/>
                    <a:gd name="connsiteX1" fmla="*/ 196643 w 195942"/>
                    <a:gd name="connsiteY1" fmla="*/ 845 h 195942"/>
                    <a:gd name="connsiteX2" fmla="*/ 196643 w 195942"/>
                    <a:gd name="connsiteY2" fmla="*/ 196788 h 195942"/>
                    <a:gd name="connsiteX3" fmla="*/ 70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45"/>
                      </a:moveTo>
                      <a:lnTo>
                        <a:pt x="196643" y="845"/>
                      </a:lnTo>
                      <a:lnTo>
                        <a:pt x="196643" y="196788"/>
                      </a:lnTo>
                      <a:lnTo>
                        <a:pt x="70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0" name="任意多边形: 形状 549"/>
                <p:cNvSpPr/>
                <p:nvPr/>
              </p:nvSpPr>
              <p:spPr>
                <a:xfrm>
                  <a:off x="7434942" y="5519057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45 h 195942"/>
                    <a:gd name="connsiteX1" fmla="*/ 196673 w 195942"/>
                    <a:gd name="connsiteY1" fmla="*/ 845 h 195942"/>
                    <a:gd name="connsiteX2" fmla="*/ 196673 w 195942"/>
                    <a:gd name="connsiteY2" fmla="*/ 196788 h 195942"/>
                    <a:gd name="connsiteX3" fmla="*/ 73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45"/>
                      </a:moveTo>
                      <a:lnTo>
                        <a:pt x="196673" y="845"/>
                      </a:lnTo>
                      <a:lnTo>
                        <a:pt x="196673" y="196788"/>
                      </a:lnTo>
                      <a:lnTo>
                        <a:pt x="73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1" name="任意多边形: 形状 550"/>
                <p:cNvSpPr/>
                <p:nvPr/>
              </p:nvSpPr>
              <p:spPr>
                <a:xfrm>
                  <a:off x="7630885" y="5519057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45 h 195942"/>
                    <a:gd name="connsiteX1" fmla="*/ 196703 w 195942"/>
                    <a:gd name="connsiteY1" fmla="*/ 845 h 195942"/>
                    <a:gd name="connsiteX2" fmla="*/ 196703 w 195942"/>
                    <a:gd name="connsiteY2" fmla="*/ 196788 h 195942"/>
                    <a:gd name="connsiteX3" fmla="*/ 76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45"/>
                      </a:moveTo>
                      <a:lnTo>
                        <a:pt x="196703" y="845"/>
                      </a:lnTo>
                      <a:lnTo>
                        <a:pt x="196703" y="196788"/>
                      </a:lnTo>
                      <a:lnTo>
                        <a:pt x="76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2" name="任意多边形: 形状 551"/>
                <p:cNvSpPr/>
                <p:nvPr/>
              </p:nvSpPr>
              <p:spPr>
                <a:xfrm>
                  <a:off x="7826828" y="5519057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45 h 195942"/>
                    <a:gd name="connsiteX1" fmla="*/ 196733 w 195942"/>
                    <a:gd name="connsiteY1" fmla="*/ 845 h 195942"/>
                    <a:gd name="connsiteX2" fmla="*/ 196733 w 195942"/>
                    <a:gd name="connsiteY2" fmla="*/ 196788 h 195942"/>
                    <a:gd name="connsiteX3" fmla="*/ 79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45"/>
                      </a:moveTo>
                      <a:lnTo>
                        <a:pt x="196733" y="845"/>
                      </a:lnTo>
                      <a:lnTo>
                        <a:pt x="196733" y="196788"/>
                      </a:lnTo>
                      <a:lnTo>
                        <a:pt x="79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9" name="图形 5"/>
              <p:cNvGrpSpPr/>
              <p:nvPr/>
            </p:nvGrpSpPr>
            <p:grpSpPr>
              <a:xfrm>
                <a:off x="7239000" y="5715000"/>
                <a:ext cx="783770" cy="195942"/>
                <a:chOff x="7239000" y="5715000"/>
                <a:chExt cx="783770" cy="195942"/>
              </a:xfrm>
              <a:grpFill/>
            </p:grpSpPr>
            <p:sp>
              <p:nvSpPr>
                <p:cNvPr id="545" name="任意多边形: 形状 544"/>
                <p:cNvSpPr/>
                <p:nvPr/>
              </p:nvSpPr>
              <p:spPr>
                <a:xfrm>
                  <a:off x="7239000" y="57150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75 h 195942"/>
                    <a:gd name="connsiteX1" fmla="*/ 196643 w 195942"/>
                    <a:gd name="connsiteY1" fmla="*/ 875 h 195942"/>
                    <a:gd name="connsiteX2" fmla="*/ 196643 w 195942"/>
                    <a:gd name="connsiteY2" fmla="*/ 196818 h 195942"/>
                    <a:gd name="connsiteX3" fmla="*/ 70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75"/>
                      </a:moveTo>
                      <a:lnTo>
                        <a:pt x="196643" y="875"/>
                      </a:lnTo>
                      <a:lnTo>
                        <a:pt x="196643" y="196818"/>
                      </a:lnTo>
                      <a:lnTo>
                        <a:pt x="70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6" name="任意多边形: 形状 545"/>
                <p:cNvSpPr/>
                <p:nvPr/>
              </p:nvSpPr>
              <p:spPr>
                <a:xfrm>
                  <a:off x="7434942" y="57150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75 h 195942"/>
                    <a:gd name="connsiteX1" fmla="*/ 196673 w 195942"/>
                    <a:gd name="connsiteY1" fmla="*/ 875 h 195942"/>
                    <a:gd name="connsiteX2" fmla="*/ 196673 w 195942"/>
                    <a:gd name="connsiteY2" fmla="*/ 196818 h 195942"/>
                    <a:gd name="connsiteX3" fmla="*/ 73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75"/>
                      </a:moveTo>
                      <a:lnTo>
                        <a:pt x="196673" y="875"/>
                      </a:lnTo>
                      <a:lnTo>
                        <a:pt x="196673" y="196818"/>
                      </a:lnTo>
                      <a:lnTo>
                        <a:pt x="73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7" name="任意多边形: 形状 546"/>
                <p:cNvSpPr/>
                <p:nvPr/>
              </p:nvSpPr>
              <p:spPr>
                <a:xfrm>
                  <a:off x="7630885" y="57150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75 h 195942"/>
                    <a:gd name="connsiteX1" fmla="*/ 196703 w 195942"/>
                    <a:gd name="connsiteY1" fmla="*/ 875 h 195942"/>
                    <a:gd name="connsiteX2" fmla="*/ 196703 w 195942"/>
                    <a:gd name="connsiteY2" fmla="*/ 196818 h 195942"/>
                    <a:gd name="connsiteX3" fmla="*/ 76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75"/>
                      </a:moveTo>
                      <a:lnTo>
                        <a:pt x="196703" y="875"/>
                      </a:lnTo>
                      <a:lnTo>
                        <a:pt x="196703" y="196818"/>
                      </a:lnTo>
                      <a:lnTo>
                        <a:pt x="76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8" name="任意多边形: 形状 547"/>
                <p:cNvSpPr/>
                <p:nvPr/>
              </p:nvSpPr>
              <p:spPr>
                <a:xfrm>
                  <a:off x="7826828" y="57150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75 h 195942"/>
                    <a:gd name="connsiteX1" fmla="*/ 196733 w 195942"/>
                    <a:gd name="connsiteY1" fmla="*/ 875 h 195942"/>
                    <a:gd name="connsiteX2" fmla="*/ 196733 w 195942"/>
                    <a:gd name="connsiteY2" fmla="*/ 196818 h 195942"/>
                    <a:gd name="connsiteX3" fmla="*/ 79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75"/>
                      </a:moveTo>
                      <a:lnTo>
                        <a:pt x="196733" y="875"/>
                      </a:lnTo>
                      <a:lnTo>
                        <a:pt x="196733" y="196818"/>
                      </a:lnTo>
                      <a:lnTo>
                        <a:pt x="79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" name="图形 5"/>
              <p:cNvGrpSpPr/>
              <p:nvPr/>
            </p:nvGrpSpPr>
            <p:grpSpPr>
              <a:xfrm>
                <a:off x="7239000" y="5910942"/>
                <a:ext cx="783770" cy="195942"/>
                <a:chOff x="7239000" y="5910942"/>
                <a:chExt cx="783770" cy="195942"/>
              </a:xfrm>
              <a:grpFill/>
            </p:grpSpPr>
            <p:sp>
              <p:nvSpPr>
                <p:cNvPr id="541" name="任意多边形: 形状 540"/>
                <p:cNvSpPr/>
                <p:nvPr/>
              </p:nvSpPr>
              <p:spPr>
                <a:xfrm>
                  <a:off x="7239000" y="59109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905 h 195942"/>
                    <a:gd name="connsiteX1" fmla="*/ 196643 w 195942"/>
                    <a:gd name="connsiteY1" fmla="*/ 905 h 195942"/>
                    <a:gd name="connsiteX2" fmla="*/ 196643 w 195942"/>
                    <a:gd name="connsiteY2" fmla="*/ 196848 h 195942"/>
                    <a:gd name="connsiteX3" fmla="*/ 70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905"/>
                      </a:moveTo>
                      <a:lnTo>
                        <a:pt x="196643" y="905"/>
                      </a:lnTo>
                      <a:lnTo>
                        <a:pt x="196643" y="196848"/>
                      </a:lnTo>
                      <a:lnTo>
                        <a:pt x="70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2" name="任意多边形: 形状 541"/>
                <p:cNvSpPr/>
                <p:nvPr/>
              </p:nvSpPr>
              <p:spPr>
                <a:xfrm>
                  <a:off x="7434942" y="59109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905 h 195942"/>
                    <a:gd name="connsiteX1" fmla="*/ 196673 w 195942"/>
                    <a:gd name="connsiteY1" fmla="*/ 905 h 195942"/>
                    <a:gd name="connsiteX2" fmla="*/ 196673 w 195942"/>
                    <a:gd name="connsiteY2" fmla="*/ 196848 h 195942"/>
                    <a:gd name="connsiteX3" fmla="*/ 73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905"/>
                      </a:moveTo>
                      <a:lnTo>
                        <a:pt x="196673" y="905"/>
                      </a:lnTo>
                      <a:lnTo>
                        <a:pt x="196673" y="196848"/>
                      </a:lnTo>
                      <a:lnTo>
                        <a:pt x="73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3" name="任意多边形: 形状 542"/>
                <p:cNvSpPr/>
                <p:nvPr/>
              </p:nvSpPr>
              <p:spPr>
                <a:xfrm>
                  <a:off x="7630885" y="59109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905 h 195942"/>
                    <a:gd name="connsiteX1" fmla="*/ 196703 w 195942"/>
                    <a:gd name="connsiteY1" fmla="*/ 905 h 195942"/>
                    <a:gd name="connsiteX2" fmla="*/ 196703 w 195942"/>
                    <a:gd name="connsiteY2" fmla="*/ 196848 h 195942"/>
                    <a:gd name="connsiteX3" fmla="*/ 76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905"/>
                      </a:moveTo>
                      <a:lnTo>
                        <a:pt x="196703" y="905"/>
                      </a:lnTo>
                      <a:lnTo>
                        <a:pt x="196703" y="196848"/>
                      </a:lnTo>
                      <a:lnTo>
                        <a:pt x="76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4" name="任意多边形: 形状 543"/>
                <p:cNvSpPr/>
                <p:nvPr/>
              </p:nvSpPr>
              <p:spPr>
                <a:xfrm>
                  <a:off x="7826828" y="59109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905 h 195942"/>
                    <a:gd name="connsiteX1" fmla="*/ 196733 w 195942"/>
                    <a:gd name="connsiteY1" fmla="*/ 905 h 195942"/>
                    <a:gd name="connsiteX2" fmla="*/ 196733 w 195942"/>
                    <a:gd name="connsiteY2" fmla="*/ 196848 h 195942"/>
                    <a:gd name="connsiteX3" fmla="*/ 79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905"/>
                      </a:moveTo>
                      <a:lnTo>
                        <a:pt x="196733" y="905"/>
                      </a:lnTo>
                      <a:lnTo>
                        <a:pt x="196733" y="196848"/>
                      </a:lnTo>
                      <a:lnTo>
                        <a:pt x="79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61" name="文本框 560"/>
            <p:cNvSpPr txBox="1"/>
            <p:nvPr/>
          </p:nvSpPr>
          <p:spPr>
            <a:xfrm>
              <a:off x="311057" y="4102098"/>
              <a:ext cx="411128" cy="223138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</a:t>
              </a:r>
              <a:endPara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爱</a:t>
              </a:r>
              <a:endPara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吃</a:t>
              </a:r>
              <a:endPara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糖</a:t>
              </a:r>
              <a:endPara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吗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055697" y="1790368"/>
            <a:ext cx="2917498" cy="2882373"/>
            <a:chOff x="9055697" y="1790368"/>
            <a:chExt cx="2917498" cy="2882373"/>
          </a:xfrm>
        </p:grpSpPr>
        <p:sp>
          <p:nvSpPr>
            <p:cNvPr id="588" name="文本框 587"/>
            <p:cNvSpPr txBox="1"/>
            <p:nvPr/>
          </p:nvSpPr>
          <p:spPr>
            <a:xfrm>
              <a:off x="10074790" y="1805431"/>
              <a:ext cx="432173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爱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2" name="文本框 591"/>
            <p:cNvSpPr txBox="1"/>
            <p:nvPr/>
          </p:nvSpPr>
          <p:spPr>
            <a:xfrm>
              <a:off x="11094616" y="1790368"/>
              <a:ext cx="364426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糖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70" name="图形 5"/>
            <p:cNvGrpSpPr/>
            <p:nvPr/>
          </p:nvGrpSpPr>
          <p:grpSpPr>
            <a:xfrm>
              <a:off x="9529481" y="2214991"/>
              <a:ext cx="2443714" cy="2457750"/>
              <a:chOff x="7238999" y="5127171"/>
              <a:chExt cx="979715" cy="979713"/>
            </a:xfrm>
            <a:solidFill>
              <a:srgbClr val="00B050"/>
            </a:solidFill>
          </p:grpSpPr>
          <p:grpSp>
            <p:nvGrpSpPr>
              <p:cNvPr id="471" name="图形 5"/>
              <p:cNvGrpSpPr/>
              <p:nvPr/>
            </p:nvGrpSpPr>
            <p:grpSpPr>
              <a:xfrm>
                <a:off x="7238999" y="5127171"/>
                <a:ext cx="979714" cy="252506"/>
                <a:chOff x="7238999" y="5127171"/>
                <a:chExt cx="979714" cy="252506"/>
              </a:xfrm>
              <a:grpFill/>
            </p:grpSpPr>
            <p:sp>
              <p:nvSpPr>
                <p:cNvPr id="580" name="任意多边形: 形状 579"/>
                <p:cNvSpPr/>
                <p:nvPr/>
              </p:nvSpPr>
              <p:spPr>
                <a:xfrm>
                  <a:off x="7238999" y="5127171"/>
                  <a:ext cx="234609" cy="252506"/>
                </a:xfrm>
                <a:custGeom>
                  <a:avLst/>
                  <a:gdLst>
                    <a:gd name="connsiteX0" fmla="*/ 700 w 195942"/>
                    <a:gd name="connsiteY0" fmla="*/ 785 h 195942"/>
                    <a:gd name="connsiteX1" fmla="*/ 196643 w 195942"/>
                    <a:gd name="connsiteY1" fmla="*/ 785 h 195942"/>
                    <a:gd name="connsiteX2" fmla="*/ 196643 w 195942"/>
                    <a:gd name="connsiteY2" fmla="*/ 196728 h 195942"/>
                    <a:gd name="connsiteX3" fmla="*/ 70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85"/>
                      </a:moveTo>
                      <a:lnTo>
                        <a:pt x="196643" y="785"/>
                      </a:lnTo>
                      <a:lnTo>
                        <a:pt x="196643" y="196728"/>
                      </a:lnTo>
                      <a:lnTo>
                        <a:pt x="70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1" name="任意多边形: 形状 580"/>
                <p:cNvSpPr/>
                <p:nvPr/>
              </p:nvSpPr>
              <p:spPr>
                <a:xfrm>
                  <a:off x="7434942" y="51271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85 h 195942"/>
                    <a:gd name="connsiteX1" fmla="*/ 196673 w 195942"/>
                    <a:gd name="connsiteY1" fmla="*/ 785 h 195942"/>
                    <a:gd name="connsiteX2" fmla="*/ 196673 w 195942"/>
                    <a:gd name="connsiteY2" fmla="*/ 196728 h 195942"/>
                    <a:gd name="connsiteX3" fmla="*/ 73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85"/>
                      </a:moveTo>
                      <a:lnTo>
                        <a:pt x="196673" y="785"/>
                      </a:lnTo>
                      <a:lnTo>
                        <a:pt x="196673" y="196728"/>
                      </a:lnTo>
                      <a:lnTo>
                        <a:pt x="73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2" name="任意多边形: 形状 581"/>
                <p:cNvSpPr/>
                <p:nvPr/>
              </p:nvSpPr>
              <p:spPr>
                <a:xfrm>
                  <a:off x="7630885" y="51271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85 h 195942"/>
                    <a:gd name="connsiteX1" fmla="*/ 196703 w 195942"/>
                    <a:gd name="connsiteY1" fmla="*/ 785 h 195942"/>
                    <a:gd name="connsiteX2" fmla="*/ 196703 w 195942"/>
                    <a:gd name="connsiteY2" fmla="*/ 196728 h 195942"/>
                    <a:gd name="connsiteX3" fmla="*/ 76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85"/>
                      </a:moveTo>
                      <a:lnTo>
                        <a:pt x="196703" y="785"/>
                      </a:lnTo>
                      <a:lnTo>
                        <a:pt x="196703" y="196728"/>
                      </a:lnTo>
                      <a:lnTo>
                        <a:pt x="76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3" name="任意多边形: 形状 582"/>
                <p:cNvSpPr/>
                <p:nvPr/>
              </p:nvSpPr>
              <p:spPr>
                <a:xfrm>
                  <a:off x="7826828" y="51271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85 h 195942"/>
                    <a:gd name="connsiteX1" fmla="*/ 196733 w 195942"/>
                    <a:gd name="connsiteY1" fmla="*/ 785 h 195942"/>
                    <a:gd name="connsiteX2" fmla="*/ 196733 w 195942"/>
                    <a:gd name="connsiteY2" fmla="*/ 196728 h 195942"/>
                    <a:gd name="connsiteX3" fmla="*/ 79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85"/>
                      </a:moveTo>
                      <a:lnTo>
                        <a:pt x="196733" y="785"/>
                      </a:lnTo>
                      <a:lnTo>
                        <a:pt x="196733" y="196728"/>
                      </a:lnTo>
                      <a:lnTo>
                        <a:pt x="79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4" name="任意多边形: 形状 583"/>
                <p:cNvSpPr/>
                <p:nvPr/>
              </p:nvSpPr>
              <p:spPr>
                <a:xfrm>
                  <a:off x="8022771" y="5127171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785 h 195942"/>
                    <a:gd name="connsiteX1" fmla="*/ 196763 w 195942"/>
                    <a:gd name="connsiteY1" fmla="*/ 785 h 195942"/>
                    <a:gd name="connsiteX2" fmla="*/ 196763 w 195942"/>
                    <a:gd name="connsiteY2" fmla="*/ 196728 h 195942"/>
                    <a:gd name="connsiteX3" fmla="*/ 82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785"/>
                      </a:moveTo>
                      <a:lnTo>
                        <a:pt x="196763" y="785"/>
                      </a:lnTo>
                      <a:lnTo>
                        <a:pt x="196763" y="196728"/>
                      </a:lnTo>
                      <a:lnTo>
                        <a:pt x="82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72" name="图形 5"/>
              <p:cNvGrpSpPr/>
              <p:nvPr/>
            </p:nvGrpSpPr>
            <p:grpSpPr>
              <a:xfrm>
                <a:off x="7239000" y="5323114"/>
                <a:ext cx="979714" cy="195942"/>
                <a:chOff x="7239000" y="5323114"/>
                <a:chExt cx="979714" cy="195942"/>
              </a:xfrm>
              <a:grpFill/>
            </p:grpSpPr>
            <p:sp>
              <p:nvSpPr>
                <p:cNvPr id="575" name="任意多边形: 形状 574"/>
                <p:cNvSpPr/>
                <p:nvPr/>
              </p:nvSpPr>
              <p:spPr>
                <a:xfrm>
                  <a:off x="7239000" y="5323114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15 h 195942"/>
                    <a:gd name="connsiteX1" fmla="*/ 196643 w 195942"/>
                    <a:gd name="connsiteY1" fmla="*/ 815 h 195942"/>
                    <a:gd name="connsiteX2" fmla="*/ 196643 w 195942"/>
                    <a:gd name="connsiteY2" fmla="*/ 196758 h 195942"/>
                    <a:gd name="connsiteX3" fmla="*/ 70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15"/>
                      </a:moveTo>
                      <a:lnTo>
                        <a:pt x="196643" y="815"/>
                      </a:lnTo>
                      <a:lnTo>
                        <a:pt x="196643" y="196758"/>
                      </a:lnTo>
                      <a:lnTo>
                        <a:pt x="70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6" name="任意多边形: 形状 575"/>
                <p:cNvSpPr/>
                <p:nvPr/>
              </p:nvSpPr>
              <p:spPr>
                <a:xfrm>
                  <a:off x="7434942" y="5323114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15 h 195942"/>
                    <a:gd name="connsiteX1" fmla="*/ 196673 w 195942"/>
                    <a:gd name="connsiteY1" fmla="*/ 815 h 195942"/>
                    <a:gd name="connsiteX2" fmla="*/ 196673 w 195942"/>
                    <a:gd name="connsiteY2" fmla="*/ 196758 h 195942"/>
                    <a:gd name="connsiteX3" fmla="*/ 73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15"/>
                      </a:moveTo>
                      <a:lnTo>
                        <a:pt x="196673" y="815"/>
                      </a:lnTo>
                      <a:lnTo>
                        <a:pt x="196673" y="196758"/>
                      </a:lnTo>
                      <a:lnTo>
                        <a:pt x="73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7" name="任意多边形: 形状 576"/>
                <p:cNvSpPr/>
                <p:nvPr/>
              </p:nvSpPr>
              <p:spPr>
                <a:xfrm>
                  <a:off x="7630885" y="5323114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15 h 195942"/>
                    <a:gd name="connsiteX1" fmla="*/ 196703 w 195942"/>
                    <a:gd name="connsiteY1" fmla="*/ 815 h 195942"/>
                    <a:gd name="connsiteX2" fmla="*/ 196703 w 195942"/>
                    <a:gd name="connsiteY2" fmla="*/ 196758 h 195942"/>
                    <a:gd name="connsiteX3" fmla="*/ 76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15"/>
                      </a:moveTo>
                      <a:lnTo>
                        <a:pt x="196703" y="815"/>
                      </a:lnTo>
                      <a:lnTo>
                        <a:pt x="196703" y="196758"/>
                      </a:lnTo>
                      <a:lnTo>
                        <a:pt x="76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8" name="任意多边形: 形状 577"/>
                <p:cNvSpPr/>
                <p:nvPr/>
              </p:nvSpPr>
              <p:spPr>
                <a:xfrm>
                  <a:off x="7826828" y="5323114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15 h 195942"/>
                    <a:gd name="connsiteX1" fmla="*/ 196733 w 195942"/>
                    <a:gd name="connsiteY1" fmla="*/ 815 h 195942"/>
                    <a:gd name="connsiteX2" fmla="*/ 196733 w 195942"/>
                    <a:gd name="connsiteY2" fmla="*/ 196758 h 195942"/>
                    <a:gd name="connsiteX3" fmla="*/ 79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15"/>
                      </a:moveTo>
                      <a:lnTo>
                        <a:pt x="196733" y="815"/>
                      </a:lnTo>
                      <a:lnTo>
                        <a:pt x="196733" y="196758"/>
                      </a:lnTo>
                      <a:lnTo>
                        <a:pt x="79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9" name="任意多边形: 形状 578"/>
                <p:cNvSpPr/>
                <p:nvPr/>
              </p:nvSpPr>
              <p:spPr>
                <a:xfrm>
                  <a:off x="8022771" y="5323114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815 h 195942"/>
                    <a:gd name="connsiteX1" fmla="*/ 196763 w 195942"/>
                    <a:gd name="connsiteY1" fmla="*/ 815 h 195942"/>
                    <a:gd name="connsiteX2" fmla="*/ 196763 w 195942"/>
                    <a:gd name="connsiteY2" fmla="*/ 196758 h 195942"/>
                    <a:gd name="connsiteX3" fmla="*/ 82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815"/>
                      </a:moveTo>
                      <a:lnTo>
                        <a:pt x="196763" y="815"/>
                      </a:lnTo>
                      <a:lnTo>
                        <a:pt x="196763" y="196758"/>
                      </a:lnTo>
                      <a:lnTo>
                        <a:pt x="82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3" name="图形 5"/>
              <p:cNvGrpSpPr/>
              <p:nvPr/>
            </p:nvGrpSpPr>
            <p:grpSpPr>
              <a:xfrm>
                <a:off x="7239000" y="5519057"/>
                <a:ext cx="979713" cy="195942"/>
                <a:chOff x="7239000" y="5519057"/>
                <a:chExt cx="979713" cy="195942"/>
              </a:xfrm>
              <a:grpFill/>
            </p:grpSpPr>
            <p:sp>
              <p:nvSpPr>
                <p:cNvPr id="570" name="任意多边形: 形状 569"/>
                <p:cNvSpPr/>
                <p:nvPr/>
              </p:nvSpPr>
              <p:spPr>
                <a:xfrm>
                  <a:off x="7239000" y="5519057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45 h 195942"/>
                    <a:gd name="connsiteX1" fmla="*/ 196643 w 195942"/>
                    <a:gd name="connsiteY1" fmla="*/ 845 h 195942"/>
                    <a:gd name="connsiteX2" fmla="*/ 196643 w 195942"/>
                    <a:gd name="connsiteY2" fmla="*/ 196788 h 195942"/>
                    <a:gd name="connsiteX3" fmla="*/ 70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45"/>
                      </a:moveTo>
                      <a:lnTo>
                        <a:pt x="196643" y="845"/>
                      </a:lnTo>
                      <a:lnTo>
                        <a:pt x="196643" y="196788"/>
                      </a:lnTo>
                      <a:lnTo>
                        <a:pt x="70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1" name="任意多边形: 形状 570"/>
                <p:cNvSpPr/>
                <p:nvPr/>
              </p:nvSpPr>
              <p:spPr>
                <a:xfrm>
                  <a:off x="7434942" y="5519057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45 h 195942"/>
                    <a:gd name="connsiteX1" fmla="*/ 196673 w 195942"/>
                    <a:gd name="connsiteY1" fmla="*/ 845 h 195942"/>
                    <a:gd name="connsiteX2" fmla="*/ 196673 w 195942"/>
                    <a:gd name="connsiteY2" fmla="*/ 196788 h 195942"/>
                    <a:gd name="connsiteX3" fmla="*/ 73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45"/>
                      </a:moveTo>
                      <a:lnTo>
                        <a:pt x="196673" y="845"/>
                      </a:lnTo>
                      <a:lnTo>
                        <a:pt x="196673" y="196788"/>
                      </a:lnTo>
                      <a:lnTo>
                        <a:pt x="73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2" name="任意多边形: 形状 571"/>
                <p:cNvSpPr/>
                <p:nvPr/>
              </p:nvSpPr>
              <p:spPr>
                <a:xfrm>
                  <a:off x="7630885" y="5519057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45 h 195942"/>
                    <a:gd name="connsiteX1" fmla="*/ 196703 w 195942"/>
                    <a:gd name="connsiteY1" fmla="*/ 845 h 195942"/>
                    <a:gd name="connsiteX2" fmla="*/ 196703 w 195942"/>
                    <a:gd name="connsiteY2" fmla="*/ 196788 h 195942"/>
                    <a:gd name="connsiteX3" fmla="*/ 76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45"/>
                      </a:moveTo>
                      <a:lnTo>
                        <a:pt x="196703" y="845"/>
                      </a:lnTo>
                      <a:lnTo>
                        <a:pt x="196703" y="196788"/>
                      </a:lnTo>
                      <a:lnTo>
                        <a:pt x="76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3" name="任意多边形: 形状 572"/>
                <p:cNvSpPr/>
                <p:nvPr/>
              </p:nvSpPr>
              <p:spPr>
                <a:xfrm>
                  <a:off x="7826828" y="5519057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45 h 195942"/>
                    <a:gd name="connsiteX1" fmla="*/ 196733 w 195942"/>
                    <a:gd name="connsiteY1" fmla="*/ 845 h 195942"/>
                    <a:gd name="connsiteX2" fmla="*/ 196733 w 195942"/>
                    <a:gd name="connsiteY2" fmla="*/ 196788 h 195942"/>
                    <a:gd name="connsiteX3" fmla="*/ 79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45"/>
                      </a:moveTo>
                      <a:lnTo>
                        <a:pt x="196733" y="845"/>
                      </a:lnTo>
                      <a:lnTo>
                        <a:pt x="196733" y="196788"/>
                      </a:lnTo>
                      <a:lnTo>
                        <a:pt x="790" y="196788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4" name="任意多边形: 形状 573"/>
                <p:cNvSpPr/>
                <p:nvPr/>
              </p:nvSpPr>
              <p:spPr>
                <a:xfrm>
                  <a:off x="8022771" y="5519057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845 h 195942"/>
                    <a:gd name="connsiteX1" fmla="*/ 196763 w 195942"/>
                    <a:gd name="connsiteY1" fmla="*/ 845 h 195942"/>
                    <a:gd name="connsiteX2" fmla="*/ 196763 w 195942"/>
                    <a:gd name="connsiteY2" fmla="*/ 196788 h 195942"/>
                    <a:gd name="connsiteX3" fmla="*/ 82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845"/>
                      </a:moveTo>
                      <a:lnTo>
                        <a:pt x="196763" y="845"/>
                      </a:lnTo>
                      <a:lnTo>
                        <a:pt x="196763" y="196788"/>
                      </a:lnTo>
                      <a:lnTo>
                        <a:pt x="82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8" name="图形 5"/>
              <p:cNvGrpSpPr/>
              <p:nvPr/>
            </p:nvGrpSpPr>
            <p:grpSpPr>
              <a:xfrm>
                <a:off x="7239000" y="5715000"/>
                <a:ext cx="979714" cy="195942"/>
                <a:chOff x="7239000" y="5715000"/>
                <a:chExt cx="979714" cy="195942"/>
              </a:xfrm>
              <a:grpFill/>
            </p:grpSpPr>
            <p:sp>
              <p:nvSpPr>
                <p:cNvPr id="565" name="任意多边形: 形状 564"/>
                <p:cNvSpPr/>
                <p:nvPr/>
              </p:nvSpPr>
              <p:spPr>
                <a:xfrm>
                  <a:off x="7239000" y="57150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75 h 195942"/>
                    <a:gd name="connsiteX1" fmla="*/ 196643 w 195942"/>
                    <a:gd name="connsiteY1" fmla="*/ 875 h 195942"/>
                    <a:gd name="connsiteX2" fmla="*/ 196643 w 195942"/>
                    <a:gd name="connsiteY2" fmla="*/ 196818 h 195942"/>
                    <a:gd name="connsiteX3" fmla="*/ 70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75"/>
                      </a:moveTo>
                      <a:lnTo>
                        <a:pt x="196643" y="875"/>
                      </a:lnTo>
                      <a:lnTo>
                        <a:pt x="196643" y="196818"/>
                      </a:lnTo>
                      <a:lnTo>
                        <a:pt x="70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6" name="任意多边形: 形状 565"/>
                <p:cNvSpPr/>
                <p:nvPr/>
              </p:nvSpPr>
              <p:spPr>
                <a:xfrm>
                  <a:off x="7434942" y="57150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75 h 195942"/>
                    <a:gd name="connsiteX1" fmla="*/ 196673 w 195942"/>
                    <a:gd name="connsiteY1" fmla="*/ 875 h 195942"/>
                    <a:gd name="connsiteX2" fmla="*/ 196673 w 195942"/>
                    <a:gd name="connsiteY2" fmla="*/ 196818 h 195942"/>
                    <a:gd name="connsiteX3" fmla="*/ 73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75"/>
                      </a:moveTo>
                      <a:lnTo>
                        <a:pt x="196673" y="875"/>
                      </a:lnTo>
                      <a:lnTo>
                        <a:pt x="196673" y="196818"/>
                      </a:lnTo>
                      <a:lnTo>
                        <a:pt x="73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7" name="任意多边形: 形状 566"/>
                <p:cNvSpPr/>
                <p:nvPr/>
              </p:nvSpPr>
              <p:spPr>
                <a:xfrm>
                  <a:off x="7630885" y="57150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75 h 195942"/>
                    <a:gd name="connsiteX1" fmla="*/ 196703 w 195942"/>
                    <a:gd name="connsiteY1" fmla="*/ 875 h 195942"/>
                    <a:gd name="connsiteX2" fmla="*/ 196703 w 195942"/>
                    <a:gd name="connsiteY2" fmla="*/ 196818 h 195942"/>
                    <a:gd name="connsiteX3" fmla="*/ 76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75"/>
                      </a:moveTo>
                      <a:lnTo>
                        <a:pt x="196703" y="875"/>
                      </a:lnTo>
                      <a:lnTo>
                        <a:pt x="196703" y="196818"/>
                      </a:lnTo>
                      <a:lnTo>
                        <a:pt x="76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8" name="任意多边形: 形状 567"/>
                <p:cNvSpPr/>
                <p:nvPr/>
              </p:nvSpPr>
              <p:spPr>
                <a:xfrm>
                  <a:off x="7826828" y="57150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75 h 195942"/>
                    <a:gd name="connsiteX1" fmla="*/ 196733 w 195942"/>
                    <a:gd name="connsiteY1" fmla="*/ 875 h 195942"/>
                    <a:gd name="connsiteX2" fmla="*/ 196733 w 195942"/>
                    <a:gd name="connsiteY2" fmla="*/ 196818 h 195942"/>
                    <a:gd name="connsiteX3" fmla="*/ 79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75"/>
                      </a:moveTo>
                      <a:lnTo>
                        <a:pt x="196733" y="875"/>
                      </a:lnTo>
                      <a:lnTo>
                        <a:pt x="196733" y="196818"/>
                      </a:lnTo>
                      <a:lnTo>
                        <a:pt x="79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9" name="任意多边形: 形状 568"/>
                <p:cNvSpPr/>
                <p:nvPr/>
              </p:nvSpPr>
              <p:spPr>
                <a:xfrm>
                  <a:off x="8022771" y="5715000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875 h 195942"/>
                    <a:gd name="connsiteX1" fmla="*/ 196763 w 195942"/>
                    <a:gd name="connsiteY1" fmla="*/ 875 h 195942"/>
                    <a:gd name="connsiteX2" fmla="*/ 196763 w 195942"/>
                    <a:gd name="connsiteY2" fmla="*/ 196818 h 195942"/>
                    <a:gd name="connsiteX3" fmla="*/ 82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875"/>
                      </a:moveTo>
                      <a:lnTo>
                        <a:pt x="196763" y="875"/>
                      </a:lnTo>
                      <a:lnTo>
                        <a:pt x="196763" y="196818"/>
                      </a:lnTo>
                      <a:lnTo>
                        <a:pt x="82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3" name="图形 5"/>
              <p:cNvGrpSpPr/>
              <p:nvPr/>
            </p:nvGrpSpPr>
            <p:grpSpPr>
              <a:xfrm>
                <a:off x="7239000" y="5910942"/>
                <a:ext cx="979714" cy="195942"/>
                <a:chOff x="7239000" y="5910942"/>
                <a:chExt cx="979714" cy="195942"/>
              </a:xfrm>
              <a:grpFill/>
            </p:grpSpPr>
            <p:sp>
              <p:nvSpPr>
                <p:cNvPr id="528" name="任意多边形: 形状 527"/>
                <p:cNvSpPr/>
                <p:nvPr/>
              </p:nvSpPr>
              <p:spPr>
                <a:xfrm>
                  <a:off x="7239000" y="59109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905 h 195942"/>
                    <a:gd name="connsiteX1" fmla="*/ 196643 w 195942"/>
                    <a:gd name="connsiteY1" fmla="*/ 905 h 195942"/>
                    <a:gd name="connsiteX2" fmla="*/ 196643 w 195942"/>
                    <a:gd name="connsiteY2" fmla="*/ 196848 h 195942"/>
                    <a:gd name="connsiteX3" fmla="*/ 70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905"/>
                      </a:moveTo>
                      <a:lnTo>
                        <a:pt x="196643" y="905"/>
                      </a:lnTo>
                      <a:lnTo>
                        <a:pt x="196643" y="196848"/>
                      </a:lnTo>
                      <a:lnTo>
                        <a:pt x="70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3" name="任意多边形: 形状 532"/>
                <p:cNvSpPr/>
                <p:nvPr/>
              </p:nvSpPr>
              <p:spPr>
                <a:xfrm>
                  <a:off x="7434942" y="59109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905 h 195942"/>
                    <a:gd name="connsiteX1" fmla="*/ 196673 w 195942"/>
                    <a:gd name="connsiteY1" fmla="*/ 905 h 195942"/>
                    <a:gd name="connsiteX2" fmla="*/ 196673 w 195942"/>
                    <a:gd name="connsiteY2" fmla="*/ 196848 h 195942"/>
                    <a:gd name="connsiteX3" fmla="*/ 73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905"/>
                      </a:moveTo>
                      <a:lnTo>
                        <a:pt x="196673" y="905"/>
                      </a:lnTo>
                      <a:lnTo>
                        <a:pt x="196673" y="196848"/>
                      </a:lnTo>
                      <a:lnTo>
                        <a:pt x="73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2" name="任意多边形: 形状 561"/>
                <p:cNvSpPr/>
                <p:nvPr/>
              </p:nvSpPr>
              <p:spPr>
                <a:xfrm>
                  <a:off x="7630885" y="59109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905 h 195942"/>
                    <a:gd name="connsiteX1" fmla="*/ 196703 w 195942"/>
                    <a:gd name="connsiteY1" fmla="*/ 905 h 195942"/>
                    <a:gd name="connsiteX2" fmla="*/ 196703 w 195942"/>
                    <a:gd name="connsiteY2" fmla="*/ 196848 h 195942"/>
                    <a:gd name="connsiteX3" fmla="*/ 76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905"/>
                      </a:moveTo>
                      <a:lnTo>
                        <a:pt x="196703" y="905"/>
                      </a:lnTo>
                      <a:lnTo>
                        <a:pt x="196703" y="196848"/>
                      </a:lnTo>
                      <a:lnTo>
                        <a:pt x="76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3" name="任意多边形: 形状 562"/>
                <p:cNvSpPr/>
                <p:nvPr/>
              </p:nvSpPr>
              <p:spPr>
                <a:xfrm>
                  <a:off x="7826828" y="59109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905 h 195942"/>
                    <a:gd name="connsiteX1" fmla="*/ 196733 w 195942"/>
                    <a:gd name="connsiteY1" fmla="*/ 905 h 195942"/>
                    <a:gd name="connsiteX2" fmla="*/ 196733 w 195942"/>
                    <a:gd name="connsiteY2" fmla="*/ 196848 h 195942"/>
                    <a:gd name="connsiteX3" fmla="*/ 79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905"/>
                      </a:moveTo>
                      <a:lnTo>
                        <a:pt x="196733" y="905"/>
                      </a:lnTo>
                      <a:lnTo>
                        <a:pt x="196733" y="196848"/>
                      </a:lnTo>
                      <a:lnTo>
                        <a:pt x="79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4" name="任意多边形: 形状 563"/>
                <p:cNvSpPr/>
                <p:nvPr/>
              </p:nvSpPr>
              <p:spPr>
                <a:xfrm>
                  <a:off x="8022771" y="5910942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905 h 195942"/>
                    <a:gd name="connsiteX1" fmla="*/ 196763 w 195942"/>
                    <a:gd name="connsiteY1" fmla="*/ 905 h 195942"/>
                    <a:gd name="connsiteX2" fmla="*/ 196763 w 195942"/>
                    <a:gd name="connsiteY2" fmla="*/ 196848 h 195942"/>
                    <a:gd name="connsiteX3" fmla="*/ 82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905"/>
                      </a:moveTo>
                      <a:lnTo>
                        <a:pt x="196763" y="905"/>
                      </a:lnTo>
                      <a:lnTo>
                        <a:pt x="196763" y="196848"/>
                      </a:lnTo>
                      <a:lnTo>
                        <a:pt x="82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85" name="文本框 584"/>
            <p:cNvSpPr txBox="1"/>
            <p:nvPr/>
          </p:nvSpPr>
          <p:spPr>
            <a:xfrm>
              <a:off x="9055697" y="2314022"/>
              <a:ext cx="758769" cy="33626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7" name="文本框 586"/>
            <p:cNvSpPr txBox="1"/>
            <p:nvPr/>
          </p:nvSpPr>
          <p:spPr>
            <a:xfrm>
              <a:off x="9056902" y="2801272"/>
              <a:ext cx="758769" cy="33626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爱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9" name="文本框 588"/>
            <p:cNvSpPr txBox="1"/>
            <p:nvPr/>
          </p:nvSpPr>
          <p:spPr>
            <a:xfrm>
              <a:off x="9055697" y="3274962"/>
              <a:ext cx="758769" cy="33626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吃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1" name="文本框 590"/>
            <p:cNvSpPr txBox="1"/>
            <p:nvPr/>
          </p:nvSpPr>
          <p:spPr>
            <a:xfrm>
              <a:off x="9063306" y="3753568"/>
              <a:ext cx="758769" cy="33626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糖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3" name="文本框 592"/>
            <p:cNvSpPr txBox="1"/>
            <p:nvPr/>
          </p:nvSpPr>
          <p:spPr>
            <a:xfrm>
              <a:off x="9082515" y="4251882"/>
              <a:ext cx="758769" cy="33626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吗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6" name="文本框 585"/>
            <p:cNvSpPr txBox="1"/>
            <p:nvPr/>
          </p:nvSpPr>
          <p:spPr>
            <a:xfrm>
              <a:off x="9597063" y="1805431"/>
              <a:ext cx="140555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0" name="文本框 589"/>
            <p:cNvSpPr txBox="1"/>
            <p:nvPr/>
          </p:nvSpPr>
          <p:spPr>
            <a:xfrm>
              <a:off x="10616889" y="1797825"/>
              <a:ext cx="326572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吃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4" name="文本框 593"/>
            <p:cNvSpPr txBox="1"/>
            <p:nvPr/>
          </p:nvSpPr>
          <p:spPr>
            <a:xfrm>
              <a:off x="11568943" y="1793769"/>
              <a:ext cx="326572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吗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087800" y="3333487"/>
              <a:ext cx="556734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等线" panose="02010600030101010101" charset="-122"/>
                </a:rPr>
                <a:t>0.9</a:t>
              </a:r>
              <a:endParaRPr kumimoji="0" lang="zh-CN" alt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386329" y="4874921"/>
            <a:ext cx="6498053" cy="2008479"/>
            <a:chOff x="3386329" y="4874921"/>
            <a:chExt cx="6498053" cy="2008479"/>
          </a:xfrm>
        </p:grpSpPr>
        <p:sp>
          <p:nvSpPr>
            <p:cNvPr id="474" name="文本框 473"/>
            <p:cNvSpPr txBox="1"/>
            <p:nvPr/>
          </p:nvSpPr>
          <p:spPr>
            <a:xfrm>
              <a:off x="8468980" y="5255665"/>
              <a:ext cx="346165" cy="359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non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905" b="0" i="0" u="none" strike="noStrike" cap="none" spc="0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  <a:latin typeface="Arial" panose="020B0604020202020204"/>
                  <a:ea typeface="等线" panose="02010600030101010101" charset="-122"/>
                  <a:cs typeface="Arial" panose="020B0604020202020204"/>
                  <a:sym typeface="Arial" panose="020B0604020202020204"/>
                  <a:rtl val="0"/>
                </a:rPr>
                <a:t>X</a:t>
              </a:r>
              <a:endParaRPr kumimoji="0" lang="zh-CN" altLang="en-US" sz="1905" b="0" i="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FillTx/>
                <a:latin typeface="Arial" panose="020B0604020202020204"/>
                <a:ea typeface="等线" panose="02010600030101010101" charset="-122"/>
                <a:cs typeface="Arial" panose="020B0604020202020204"/>
                <a:sym typeface="Arial" panose="020B0604020202020204"/>
                <a:rtl val="0"/>
              </a:endParaRPr>
            </a:p>
          </p:txBody>
        </p:sp>
        <p:grpSp>
          <p:nvGrpSpPr>
            <p:cNvPr id="475" name="图形 5"/>
            <p:cNvGrpSpPr/>
            <p:nvPr/>
          </p:nvGrpSpPr>
          <p:grpSpPr>
            <a:xfrm>
              <a:off x="9100611" y="4946908"/>
              <a:ext cx="783771" cy="979713"/>
              <a:chOff x="7239000" y="457200"/>
              <a:chExt cx="783771" cy="979713"/>
            </a:xfrm>
            <a:solidFill>
              <a:srgbClr val="FF99CC"/>
            </a:solidFill>
          </p:grpSpPr>
          <p:grpSp>
            <p:nvGrpSpPr>
              <p:cNvPr id="476" name="图形 5"/>
              <p:cNvGrpSpPr/>
              <p:nvPr/>
            </p:nvGrpSpPr>
            <p:grpSpPr>
              <a:xfrm>
                <a:off x="7239000" y="457200"/>
                <a:ext cx="783771" cy="195942"/>
                <a:chOff x="7239000" y="457200"/>
                <a:chExt cx="783771" cy="195942"/>
              </a:xfrm>
              <a:grpFill/>
            </p:grpSpPr>
            <p:sp>
              <p:nvSpPr>
                <p:cNvPr id="497" name="任意多边形: 形状 496"/>
                <p:cNvSpPr/>
                <p:nvPr/>
              </p:nvSpPr>
              <p:spPr>
                <a:xfrm>
                  <a:off x="7239000" y="4572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70 h 195942"/>
                    <a:gd name="connsiteX1" fmla="*/ 196643 w 195942"/>
                    <a:gd name="connsiteY1" fmla="*/ 70 h 195942"/>
                    <a:gd name="connsiteX2" fmla="*/ 196643 w 195942"/>
                    <a:gd name="connsiteY2" fmla="*/ 196013 h 195942"/>
                    <a:gd name="connsiteX3" fmla="*/ 70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0"/>
                      </a:moveTo>
                      <a:lnTo>
                        <a:pt x="196643" y="70"/>
                      </a:lnTo>
                      <a:lnTo>
                        <a:pt x="196643" y="196013"/>
                      </a:lnTo>
                      <a:lnTo>
                        <a:pt x="70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498" name="任意多边形: 形状 497"/>
                <p:cNvSpPr/>
                <p:nvPr/>
              </p:nvSpPr>
              <p:spPr>
                <a:xfrm>
                  <a:off x="7434942" y="4572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0 h 195942"/>
                    <a:gd name="connsiteX1" fmla="*/ 196673 w 195942"/>
                    <a:gd name="connsiteY1" fmla="*/ 70 h 195942"/>
                    <a:gd name="connsiteX2" fmla="*/ 196673 w 195942"/>
                    <a:gd name="connsiteY2" fmla="*/ 196013 h 195942"/>
                    <a:gd name="connsiteX3" fmla="*/ 73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0"/>
                      </a:moveTo>
                      <a:lnTo>
                        <a:pt x="196673" y="70"/>
                      </a:lnTo>
                      <a:lnTo>
                        <a:pt x="196673" y="196013"/>
                      </a:lnTo>
                      <a:lnTo>
                        <a:pt x="73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9" name="任意多边形: 形状 498"/>
                <p:cNvSpPr/>
                <p:nvPr/>
              </p:nvSpPr>
              <p:spPr>
                <a:xfrm>
                  <a:off x="7630885" y="4572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0 h 195942"/>
                    <a:gd name="connsiteX1" fmla="*/ 196703 w 195942"/>
                    <a:gd name="connsiteY1" fmla="*/ 70 h 195942"/>
                    <a:gd name="connsiteX2" fmla="*/ 196703 w 195942"/>
                    <a:gd name="connsiteY2" fmla="*/ 196013 h 195942"/>
                    <a:gd name="connsiteX3" fmla="*/ 76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0"/>
                      </a:moveTo>
                      <a:lnTo>
                        <a:pt x="196703" y="70"/>
                      </a:lnTo>
                      <a:lnTo>
                        <a:pt x="196703" y="196013"/>
                      </a:lnTo>
                      <a:lnTo>
                        <a:pt x="76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0" name="任意多边形: 形状 499"/>
                <p:cNvSpPr/>
                <p:nvPr/>
              </p:nvSpPr>
              <p:spPr>
                <a:xfrm>
                  <a:off x="7826828" y="4572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0 h 195942"/>
                    <a:gd name="connsiteX1" fmla="*/ 196733 w 195942"/>
                    <a:gd name="connsiteY1" fmla="*/ 70 h 195942"/>
                    <a:gd name="connsiteX2" fmla="*/ 196733 w 195942"/>
                    <a:gd name="connsiteY2" fmla="*/ 196013 h 195942"/>
                    <a:gd name="connsiteX3" fmla="*/ 790 w 195942"/>
                    <a:gd name="connsiteY3" fmla="*/ 1960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0"/>
                      </a:moveTo>
                      <a:lnTo>
                        <a:pt x="196733" y="70"/>
                      </a:lnTo>
                      <a:lnTo>
                        <a:pt x="196733" y="196013"/>
                      </a:lnTo>
                      <a:lnTo>
                        <a:pt x="790" y="19601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77" name="图形 5"/>
              <p:cNvGrpSpPr/>
              <p:nvPr/>
            </p:nvGrpSpPr>
            <p:grpSpPr>
              <a:xfrm>
                <a:off x="7239000" y="653142"/>
                <a:ext cx="783771" cy="195942"/>
                <a:chOff x="7239000" y="653142"/>
                <a:chExt cx="783771" cy="195942"/>
              </a:xfrm>
              <a:grpFill/>
            </p:grpSpPr>
            <p:sp>
              <p:nvSpPr>
                <p:cNvPr id="493" name="任意多边形: 形状 492"/>
                <p:cNvSpPr/>
                <p:nvPr/>
              </p:nvSpPr>
              <p:spPr>
                <a:xfrm>
                  <a:off x="7239000" y="6531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00 h 195942"/>
                    <a:gd name="connsiteX1" fmla="*/ 196643 w 195942"/>
                    <a:gd name="connsiteY1" fmla="*/ 100 h 195942"/>
                    <a:gd name="connsiteX2" fmla="*/ 196643 w 195942"/>
                    <a:gd name="connsiteY2" fmla="*/ 196043 h 195942"/>
                    <a:gd name="connsiteX3" fmla="*/ 70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00"/>
                      </a:moveTo>
                      <a:lnTo>
                        <a:pt x="196643" y="100"/>
                      </a:lnTo>
                      <a:lnTo>
                        <a:pt x="196643" y="196043"/>
                      </a:lnTo>
                      <a:lnTo>
                        <a:pt x="70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4" name="任意多边形: 形状 493"/>
                <p:cNvSpPr/>
                <p:nvPr/>
              </p:nvSpPr>
              <p:spPr>
                <a:xfrm>
                  <a:off x="7434942" y="6531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00 h 195942"/>
                    <a:gd name="connsiteX1" fmla="*/ 196673 w 195942"/>
                    <a:gd name="connsiteY1" fmla="*/ 100 h 195942"/>
                    <a:gd name="connsiteX2" fmla="*/ 196673 w 195942"/>
                    <a:gd name="connsiteY2" fmla="*/ 196043 h 195942"/>
                    <a:gd name="connsiteX3" fmla="*/ 73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00"/>
                      </a:moveTo>
                      <a:lnTo>
                        <a:pt x="196673" y="100"/>
                      </a:lnTo>
                      <a:lnTo>
                        <a:pt x="196673" y="196043"/>
                      </a:lnTo>
                      <a:lnTo>
                        <a:pt x="73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5" name="任意多边形: 形状 494"/>
                <p:cNvSpPr/>
                <p:nvPr/>
              </p:nvSpPr>
              <p:spPr>
                <a:xfrm>
                  <a:off x="7630885" y="6531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00 h 195942"/>
                    <a:gd name="connsiteX1" fmla="*/ 196703 w 195942"/>
                    <a:gd name="connsiteY1" fmla="*/ 100 h 195942"/>
                    <a:gd name="connsiteX2" fmla="*/ 196703 w 195942"/>
                    <a:gd name="connsiteY2" fmla="*/ 196043 h 195942"/>
                    <a:gd name="connsiteX3" fmla="*/ 76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00"/>
                      </a:moveTo>
                      <a:lnTo>
                        <a:pt x="196703" y="100"/>
                      </a:lnTo>
                      <a:lnTo>
                        <a:pt x="196703" y="196043"/>
                      </a:lnTo>
                      <a:lnTo>
                        <a:pt x="76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6" name="任意多边形: 形状 495"/>
                <p:cNvSpPr/>
                <p:nvPr/>
              </p:nvSpPr>
              <p:spPr>
                <a:xfrm>
                  <a:off x="7826828" y="6531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00 h 195942"/>
                    <a:gd name="connsiteX1" fmla="*/ 196733 w 195942"/>
                    <a:gd name="connsiteY1" fmla="*/ 100 h 195942"/>
                    <a:gd name="connsiteX2" fmla="*/ 196733 w 195942"/>
                    <a:gd name="connsiteY2" fmla="*/ 196043 h 195942"/>
                    <a:gd name="connsiteX3" fmla="*/ 790 w 195942"/>
                    <a:gd name="connsiteY3" fmla="*/ 19604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00"/>
                      </a:moveTo>
                      <a:lnTo>
                        <a:pt x="196733" y="100"/>
                      </a:lnTo>
                      <a:lnTo>
                        <a:pt x="196733" y="196043"/>
                      </a:lnTo>
                      <a:lnTo>
                        <a:pt x="790" y="19604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78" name="图形 5"/>
              <p:cNvGrpSpPr/>
              <p:nvPr/>
            </p:nvGrpSpPr>
            <p:grpSpPr>
              <a:xfrm>
                <a:off x="7239000" y="849085"/>
                <a:ext cx="783771" cy="195942"/>
                <a:chOff x="7239000" y="849085"/>
                <a:chExt cx="783771" cy="195942"/>
              </a:xfrm>
              <a:grpFill/>
            </p:grpSpPr>
            <p:sp>
              <p:nvSpPr>
                <p:cNvPr id="489" name="任意多边形: 形状 488"/>
                <p:cNvSpPr/>
                <p:nvPr/>
              </p:nvSpPr>
              <p:spPr>
                <a:xfrm>
                  <a:off x="7239000" y="849085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30 h 195942"/>
                    <a:gd name="connsiteX1" fmla="*/ 196643 w 195942"/>
                    <a:gd name="connsiteY1" fmla="*/ 130 h 195942"/>
                    <a:gd name="connsiteX2" fmla="*/ 196643 w 195942"/>
                    <a:gd name="connsiteY2" fmla="*/ 196073 h 195942"/>
                    <a:gd name="connsiteX3" fmla="*/ 70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30"/>
                      </a:moveTo>
                      <a:lnTo>
                        <a:pt x="196643" y="130"/>
                      </a:lnTo>
                      <a:lnTo>
                        <a:pt x="196643" y="196073"/>
                      </a:lnTo>
                      <a:lnTo>
                        <a:pt x="70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0" name="任意多边形: 形状 489"/>
                <p:cNvSpPr/>
                <p:nvPr/>
              </p:nvSpPr>
              <p:spPr>
                <a:xfrm>
                  <a:off x="7434942" y="849085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30 h 195942"/>
                    <a:gd name="connsiteX1" fmla="*/ 196673 w 195942"/>
                    <a:gd name="connsiteY1" fmla="*/ 130 h 195942"/>
                    <a:gd name="connsiteX2" fmla="*/ 196673 w 195942"/>
                    <a:gd name="connsiteY2" fmla="*/ 196073 h 195942"/>
                    <a:gd name="connsiteX3" fmla="*/ 73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30"/>
                      </a:moveTo>
                      <a:lnTo>
                        <a:pt x="196673" y="130"/>
                      </a:lnTo>
                      <a:lnTo>
                        <a:pt x="196673" y="196073"/>
                      </a:lnTo>
                      <a:lnTo>
                        <a:pt x="73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1" name="任意多边形: 形状 490"/>
                <p:cNvSpPr/>
                <p:nvPr/>
              </p:nvSpPr>
              <p:spPr>
                <a:xfrm>
                  <a:off x="7630885" y="849085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30 h 195942"/>
                    <a:gd name="connsiteX1" fmla="*/ 196703 w 195942"/>
                    <a:gd name="connsiteY1" fmla="*/ 130 h 195942"/>
                    <a:gd name="connsiteX2" fmla="*/ 196703 w 195942"/>
                    <a:gd name="connsiteY2" fmla="*/ 196073 h 195942"/>
                    <a:gd name="connsiteX3" fmla="*/ 76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30"/>
                      </a:moveTo>
                      <a:lnTo>
                        <a:pt x="196703" y="130"/>
                      </a:lnTo>
                      <a:lnTo>
                        <a:pt x="196703" y="196073"/>
                      </a:lnTo>
                      <a:lnTo>
                        <a:pt x="76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2" name="任意多边形: 形状 491"/>
                <p:cNvSpPr/>
                <p:nvPr/>
              </p:nvSpPr>
              <p:spPr>
                <a:xfrm>
                  <a:off x="7826828" y="849085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30 h 195942"/>
                    <a:gd name="connsiteX1" fmla="*/ 196733 w 195942"/>
                    <a:gd name="connsiteY1" fmla="*/ 130 h 195942"/>
                    <a:gd name="connsiteX2" fmla="*/ 196733 w 195942"/>
                    <a:gd name="connsiteY2" fmla="*/ 196073 h 195942"/>
                    <a:gd name="connsiteX3" fmla="*/ 790 w 195942"/>
                    <a:gd name="connsiteY3" fmla="*/ 19607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30"/>
                      </a:moveTo>
                      <a:lnTo>
                        <a:pt x="196733" y="130"/>
                      </a:lnTo>
                      <a:lnTo>
                        <a:pt x="196733" y="196073"/>
                      </a:lnTo>
                      <a:lnTo>
                        <a:pt x="790" y="19607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79" name="图形 5"/>
              <p:cNvGrpSpPr/>
              <p:nvPr/>
            </p:nvGrpSpPr>
            <p:grpSpPr>
              <a:xfrm>
                <a:off x="7239000" y="1045028"/>
                <a:ext cx="783770" cy="195942"/>
                <a:chOff x="7239000" y="1045028"/>
                <a:chExt cx="783770" cy="195942"/>
              </a:xfrm>
              <a:grpFill/>
            </p:grpSpPr>
            <p:sp>
              <p:nvSpPr>
                <p:cNvPr id="485" name="任意多边形: 形状 484"/>
                <p:cNvSpPr/>
                <p:nvPr/>
              </p:nvSpPr>
              <p:spPr>
                <a:xfrm>
                  <a:off x="7239000" y="1045028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60 h 195942"/>
                    <a:gd name="connsiteX1" fmla="*/ 196643 w 195942"/>
                    <a:gd name="connsiteY1" fmla="*/ 160 h 195942"/>
                    <a:gd name="connsiteX2" fmla="*/ 196643 w 195942"/>
                    <a:gd name="connsiteY2" fmla="*/ 196103 h 195942"/>
                    <a:gd name="connsiteX3" fmla="*/ 70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60"/>
                      </a:moveTo>
                      <a:lnTo>
                        <a:pt x="196643" y="160"/>
                      </a:lnTo>
                      <a:lnTo>
                        <a:pt x="196643" y="196103"/>
                      </a:lnTo>
                      <a:lnTo>
                        <a:pt x="70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6" name="任意多边形: 形状 485"/>
                <p:cNvSpPr/>
                <p:nvPr/>
              </p:nvSpPr>
              <p:spPr>
                <a:xfrm>
                  <a:off x="7434942" y="1045028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60 h 195942"/>
                    <a:gd name="connsiteX1" fmla="*/ 196673 w 195942"/>
                    <a:gd name="connsiteY1" fmla="*/ 160 h 195942"/>
                    <a:gd name="connsiteX2" fmla="*/ 196673 w 195942"/>
                    <a:gd name="connsiteY2" fmla="*/ 196103 h 195942"/>
                    <a:gd name="connsiteX3" fmla="*/ 73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60"/>
                      </a:moveTo>
                      <a:lnTo>
                        <a:pt x="196673" y="160"/>
                      </a:lnTo>
                      <a:lnTo>
                        <a:pt x="196673" y="196103"/>
                      </a:lnTo>
                      <a:lnTo>
                        <a:pt x="73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7" name="任意多边形: 形状 486"/>
                <p:cNvSpPr/>
                <p:nvPr/>
              </p:nvSpPr>
              <p:spPr>
                <a:xfrm>
                  <a:off x="7630885" y="1045028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60 h 195942"/>
                    <a:gd name="connsiteX1" fmla="*/ 196703 w 195942"/>
                    <a:gd name="connsiteY1" fmla="*/ 160 h 195942"/>
                    <a:gd name="connsiteX2" fmla="*/ 196703 w 195942"/>
                    <a:gd name="connsiteY2" fmla="*/ 196103 h 195942"/>
                    <a:gd name="connsiteX3" fmla="*/ 76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60"/>
                      </a:moveTo>
                      <a:lnTo>
                        <a:pt x="196703" y="160"/>
                      </a:lnTo>
                      <a:lnTo>
                        <a:pt x="196703" y="196103"/>
                      </a:lnTo>
                      <a:lnTo>
                        <a:pt x="76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8" name="任意多边形: 形状 487"/>
                <p:cNvSpPr/>
                <p:nvPr/>
              </p:nvSpPr>
              <p:spPr>
                <a:xfrm>
                  <a:off x="7826828" y="1045028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60 h 195942"/>
                    <a:gd name="connsiteX1" fmla="*/ 196733 w 195942"/>
                    <a:gd name="connsiteY1" fmla="*/ 160 h 195942"/>
                    <a:gd name="connsiteX2" fmla="*/ 196733 w 195942"/>
                    <a:gd name="connsiteY2" fmla="*/ 196103 h 195942"/>
                    <a:gd name="connsiteX3" fmla="*/ 790 w 195942"/>
                    <a:gd name="connsiteY3" fmla="*/ 19610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60"/>
                      </a:moveTo>
                      <a:lnTo>
                        <a:pt x="196733" y="160"/>
                      </a:lnTo>
                      <a:lnTo>
                        <a:pt x="196733" y="196103"/>
                      </a:lnTo>
                      <a:lnTo>
                        <a:pt x="790" y="19610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0" name="图形 5"/>
              <p:cNvGrpSpPr/>
              <p:nvPr/>
            </p:nvGrpSpPr>
            <p:grpSpPr>
              <a:xfrm>
                <a:off x="7239000" y="1240971"/>
                <a:ext cx="783771" cy="195942"/>
                <a:chOff x="7239000" y="1240971"/>
                <a:chExt cx="783771" cy="195942"/>
              </a:xfrm>
              <a:grpFill/>
            </p:grpSpPr>
            <p:sp>
              <p:nvSpPr>
                <p:cNvPr id="481" name="任意多边形: 形状 480"/>
                <p:cNvSpPr/>
                <p:nvPr/>
              </p:nvSpPr>
              <p:spPr>
                <a:xfrm>
                  <a:off x="7239000" y="1240971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190 h 195942"/>
                    <a:gd name="connsiteX1" fmla="*/ 196643 w 195942"/>
                    <a:gd name="connsiteY1" fmla="*/ 190 h 195942"/>
                    <a:gd name="connsiteX2" fmla="*/ 196643 w 195942"/>
                    <a:gd name="connsiteY2" fmla="*/ 196133 h 195942"/>
                    <a:gd name="connsiteX3" fmla="*/ 70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190"/>
                      </a:moveTo>
                      <a:lnTo>
                        <a:pt x="196643" y="190"/>
                      </a:lnTo>
                      <a:lnTo>
                        <a:pt x="196643" y="196133"/>
                      </a:lnTo>
                      <a:lnTo>
                        <a:pt x="70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2" name="任意多边形: 形状 481"/>
                <p:cNvSpPr/>
                <p:nvPr/>
              </p:nvSpPr>
              <p:spPr>
                <a:xfrm>
                  <a:off x="7434942" y="12409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190 h 195942"/>
                    <a:gd name="connsiteX1" fmla="*/ 196673 w 195942"/>
                    <a:gd name="connsiteY1" fmla="*/ 190 h 195942"/>
                    <a:gd name="connsiteX2" fmla="*/ 196673 w 195942"/>
                    <a:gd name="connsiteY2" fmla="*/ 196133 h 195942"/>
                    <a:gd name="connsiteX3" fmla="*/ 73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190"/>
                      </a:moveTo>
                      <a:lnTo>
                        <a:pt x="196673" y="190"/>
                      </a:lnTo>
                      <a:lnTo>
                        <a:pt x="196673" y="196133"/>
                      </a:lnTo>
                      <a:lnTo>
                        <a:pt x="73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3" name="任意多边形: 形状 482"/>
                <p:cNvSpPr/>
                <p:nvPr/>
              </p:nvSpPr>
              <p:spPr>
                <a:xfrm>
                  <a:off x="7630885" y="12409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190 h 195942"/>
                    <a:gd name="connsiteX1" fmla="*/ 196703 w 195942"/>
                    <a:gd name="connsiteY1" fmla="*/ 190 h 195942"/>
                    <a:gd name="connsiteX2" fmla="*/ 196703 w 195942"/>
                    <a:gd name="connsiteY2" fmla="*/ 196133 h 195942"/>
                    <a:gd name="connsiteX3" fmla="*/ 76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190"/>
                      </a:moveTo>
                      <a:lnTo>
                        <a:pt x="196703" y="190"/>
                      </a:lnTo>
                      <a:lnTo>
                        <a:pt x="196703" y="196133"/>
                      </a:lnTo>
                      <a:lnTo>
                        <a:pt x="76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4" name="任意多边形: 形状 483"/>
                <p:cNvSpPr/>
                <p:nvPr/>
              </p:nvSpPr>
              <p:spPr>
                <a:xfrm>
                  <a:off x="7826828" y="12409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190 h 195942"/>
                    <a:gd name="connsiteX1" fmla="*/ 196733 w 195942"/>
                    <a:gd name="connsiteY1" fmla="*/ 190 h 195942"/>
                    <a:gd name="connsiteX2" fmla="*/ 196733 w 195942"/>
                    <a:gd name="connsiteY2" fmla="*/ 196133 h 195942"/>
                    <a:gd name="connsiteX3" fmla="*/ 790 w 195942"/>
                    <a:gd name="connsiteY3" fmla="*/ 19613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190"/>
                      </a:moveTo>
                      <a:lnTo>
                        <a:pt x="196733" y="190"/>
                      </a:lnTo>
                      <a:lnTo>
                        <a:pt x="196733" y="196133"/>
                      </a:lnTo>
                      <a:lnTo>
                        <a:pt x="790" y="196133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501" name="对象 500"/>
            <p:cNvGraphicFramePr>
              <a:graphicFrameLocks noChangeAspect="1"/>
            </p:cNvGraphicFramePr>
            <p:nvPr/>
          </p:nvGraphicFramePr>
          <p:xfrm>
            <a:off x="9296553" y="6200787"/>
            <a:ext cx="33020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6" name="Equation" r:id="rId23" imgW="257810" imgH="301625" progId="Equation.DSMT4">
                    <p:embed/>
                  </p:oleObj>
                </mc:Choice>
                <mc:Fallback>
                  <p:oleObj name="Equation" r:id="rId23" imgW="257810" imgH="301625" progId="Equation.DSMT4">
                    <p:embed/>
                    <p:pic>
                      <p:nvPicPr>
                        <p:cNvPr id="0" name="图片 646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9296553" y="6200787"/>
                          <a:ext cx="330200" cy="387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" name="任意多边形: 形状 501"/>
            <p:cNvSpPr/>
            <p:nvPr/>
          </p:nvSpPr>
          <p:spPr>
            <a:xfrm rot="10800000">
              <a:off x="6100050" y="5217173"/>
              <a:ext cx="718457" cy="326571"/>
            </a:xfrm>
            <a:custGeom>
              <a:avLst/>
              <a:gdLst>
                <a:gd name="connsiteX0" fmla="*/ 0 w 718457"/>
                <a:gd name="connsiteY0" fmla="*/ 97971 h 326571"/>
                <a:gd name="connsiteX1" fmla="*/ 522514 w 718457"/>
                <a:gd name="connsiteY1" fmla="*/ 97971 h 326571"/>
                <a:gd name="connsiteX2" fmla="*/ 522514 w 718457"/>
                <a:gd name="connsiteY2" fmla="*/ 0 h 326571"/>
                <a:gd name="connsiteX3" fmla="*/ 718457 w 718457"/>
                <a:gd name="connsiteY3" fmla="*/ 163286 h 326571"/>
                <a:gd name="connsiteX4" fmla="*/ 522514 w 718457"/>
                <a:gd name="connsiteY4" fmla="*/ 326571 h 326571"/>
                <a:gd name="connsiteX5" fmla="*/ 522514 w 718457"/>
                <a:gd name="connsiteY5" fmla="*/ 228600 h 326571"/>
                <a:gd name="connsiteX6" fmla="*/ 0 w 718457"/>
                <a:gd name="connsiteY6" fmla="*/ 228600 h 326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8457" h="326571">
                  <a:moveTo>
                    <a:pt x="0" y="97971"/>
                  </a:moveTo>
                  <a:lnTo>
                    <a:pt x="522514" y="97971"/>
                  </a:lnTo>
                  <a:lnTo>
                    <a:pt x="522514" y="0"/>
                  </a:lnTo>
                  <a:lnTo>
                    <a:pt x="718457" y="163286"/>
                  </a:lnTo>
                  <a:lnTo>
                    <a:pt x="522514" y="326571"/>
                  </a:lnTo>
                  <a:lnTo>
                    <a:pt x="522514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4D7F5"/>
            </a:solidFill>
            <a:ln w="9797" cap="flat">
              <a:solidFill>
                <a:srgbClr val="55555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03" name="图形 5"/>
            <p:cNvGrpSpPr/>
            <p:nvPr/>
          </p:nvGrpSpPr>
          <p:grpSpPr>
            <a:xfrm>
              <a:off x="5219012" y="4888651"/>
              <a:ext cx="783771" cy="979713"/>
              <a:chOff x="7238999" y="5127171"/>
              <a:chExt cx="783771" cy="979713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504" name="图形 5"/>
              <p:cNvGrpSpPr/>
              <p:nvPr/>
            </p:nvGrpSpPr>
            <p:grpSpPr>
              <a:xfrm>
                <a:off x="7238999" y="5127171"/>
                <a:ext cx="783771" cy="252506"/>
                <a:chOff x="7238999" y="5127171"/>
                <a:chExt cx="783771" cy="252506"/>
              </a:xfrm>
              <a:grpFill/>
            </p:grpSpPr>
            <p:sp>
              <p:nvSpPr>
                <p:cNvPr id="529" name="任意多边形: 形状 528"/>
                <p:cNvSpPr/>
                <p:nvPr/>
              </p:nvSpPr>
              <p:spPr>
                <a:xfrm>
                  <a:off x="7238999" y="5127171"/>
                  <a:ext cx="234609" cy="252506"/>
                </a:xfrm>
                <a:custGeom>
                  <a:avLst/>
                  <a:gdLst>
                    <a:gd name="connsiteX0" fmla="*/ 700 w 195942"/>
                    <a:gd name="connsiteY0" fmla="*/ 785 h 195942"/>
                    <a:gd name="connsiteX1" fmla="*/ 196643 w 195942"/>
                    <a:gd name="connsiteY1" fmla="*/ 785 h 195942"/>
                    <a:gd name="connsiteX2" fmla="*/ 196643 w 195942"/>
                    <a:gd name="connsiteY2" fmla="*/ 196728 h 195942"/>
                    <a:gd name="connsiteX3" fmla="*/ 70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85"/>
                      </a:moveTo>
                      <a:lnTo>
                        <a:pt x="196643" y="785"/>
                      </a:lnTo>
                      <a:lnTo>
                        <a:pt x="196643" y="196728"/>
                      </a:lnTo>
                      <a:lnTo>
                        <a:pt x="70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0" name="任意多边形: 形状 529"/>
                <p:cNvSpPr/>
                <p:nvPr/>
              </p:nvSpPr>
              <p:spPr>
                <a:xfrm>
                  <a:off x="7434942" y="51271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85 h 195942"/>
                    <a:gd name="connsiteX1" fmla="*/ 196673 w 195942"/>
                    <a:gd name="connsiteY1" fmla="*/ 785 h 195942"/>
                    <a:gd name="connsiteX2" fmla="*/ 196673 w 195942"/>
                    <a:gd name="connsiteY2" fmla="*/ 196728 h 195942"/>
                    <a:gd name="connsiteX3" fmla="*/ 73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85"/>
                      </a:moveTo>
                      <a:lnTo>
                        <a:pt x="196673" y="785"/>
                      </a:lnTo>
                      <a:lnTo>
                        <a:pt x="196673" y="196728"/>
                      </a:lnTo>
                      <a:lnTo>
                        <a:pt x="73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1" name="任意多边形: 形状 530"/>
                <p:cNvSpPr/>
                <p:nvPr/>
              </p:nvSpPr>
              <p:spPr>
                <a:xfrm>
                  <a:off x="7630885" y="51271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85 h 195942"/>
                    <a:gd name="connsiteX1" fmla="*/ 196703 w 195942"/>
                    <a:gd name="connsiteY1" fmla="*/ 785 h 195942"/>
                    <a:gd name="connsiteX2" fmla="*/ 196703 w 195942"/>
                    <a:gd name="connsiteY2" fmla="*/ 196728 h 195942"/>
                    <a:gd name="connsiteX3" fmla="*/ 76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85"/>
                      </a:moveTo>
                      <a:lnTo>
                        <a:pt x="196703" y="785"/>
                      </a:lnTo>
                      <a:lnTo>
                        <a:pt x="196703" y="196728"/>
                      </a:lnTo>
                      <a:lnTo>
                        <a:pt x="76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2" name="任意多边形: 形状 531"/>
                <p:cNvSpPr/>
                <p:nvPr/>
              </p:nvSpPr>
              <p:spPr>
                <a:xfrm>
                  <a:off x="7826828" y="51271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85 h 195942"/>
                    <a:gd name="connsiteX1" fmla="*/ 196733 w 195942"/>
                    <a:gd name="connsiteY1" fmla="*/ 785 h 195942"/>
                    <a:gd name="connsiteX2" fmla="*/ 196733 w 195942"/>
                    <a:gd name="connsiteY2" fmla="*/ 196728 h 195942"/>
                    <a:gd name="connsiteX3" fmla="*/ 79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85"/>
                      </a:moveTo>
                      <a:lnTo>
                        <a:pt x="196733" y="785"/>
                      </a:lnTo>
                      <a:lnTo>
                        <a:pt x="196733" y="196728"/>
                      </a:lnTo>
                      <a:lnTo>
                        <a:pt x="79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5" name="图形 5"/>
              <p:cNvGrpSpPr/>
              <p:nvPr/>
            </p:nvGrpSpPr>
            <p:grpSpPr>
              <a:xfrm>
                <a:off x="7239000" y="5323114"/>
                <a:ext cx="783770" cy="195942"/>
                <a:chOff x="7239000" y="5323114"/>
                <a:chExt cx="783770" cy="195942"/>
              </a:xfrm>
              <a:grpFill/>
            </p:grpSpPr>
            <p:sp>
              <p:nvSpPr>
                <p:cNvPr id="524" name="任意多边形: 形状 523"/>
                <p:cNvSpPr/>
                <p:nvPr/>
              </p:nvSpPr>
              <p:spPr>
                <a:xfrm>
                  <a:off x="7239000" y="5323114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15 h 195942"/>
                    <a:gd name="connsiteX1" fmla="*/ 196643 w 195942"/>
                    <a:gd name="connsiteY1" fmla="*/ 815 h 195942"/>
                    <a:gd name="connsiteX2" fmla="*/ 196643 w 195942"/>
                    <a:gd name="connsiteY2" fmla="*/ 196758 h 195942"/>
                    <a:gd name="connsiteX3" fmla="*/ 70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15"/>
                      </a:moveTo>
                      <a:lnTo>
                        <a:pt x="196643" y="815"/>
                      </a:lnTo>
                      <a:lnTo>
                        <a:pt x="196643" y="196758"/>
                      </a:lnTo>
                      <a:lnTo>
                        <a:pt x="70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5" name="任意多边形: 形状 524"/>
                <p:cNvSpPr/>
                <p:nvPr/>
              </p:nvSpPr>
              <p:spPr>
                <a:xfrm>
                  <a:off x="7434942" y="5323114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15 h 195942"/>
                    <a:gd name="connsiteX1" fmla="*/ 196673 w 195942"/>
                    <a:gd name="connsiteY1" fmla="*/ 815 h 195942"/>
                    <a:gd name="connsiteX2" fmla="*/ 196673 w 195942"/>
                    <a:gd name="connsiteY2" fmla="*/ 196758 h 195942"/>
                    <a:gd name="connsiteX3" fmla="*/ 73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15"/>
                      </a:moveTo>
                      <a:lnTo>
                        <a:pt x="196673" y="815"/>
                      </a:lnTo>
                      <a:lnTo>
                        <a:pt x="196673" y="196758"/>
                      </a:lnTo>
                      <a:lnTo>
                        <a:pt x="73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6" name="任意多边形: 形状 525"/>
                <p:cNvSpPr/>
                <p:nvPr/>
              </p:nvSpPr>
              <p:spPr>
                <a:xfrm>
                  <a:off x="7630885" y="5323114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15 h 195942"/>
                    <a:gd name="connsiteX1" fmla="*/ 196703 w 195942"/>
                    <a:gd name="connsiteY1" fmla="*/ 815 h 195942"/>
                    <a:gd name="connsiteX2" fmla="*/ 196703 w 195942"/>
                    <a:gd name="connsiteY2" fmla="*/ 196758 h 195942"/>
                    <a:gd name="connsiteX3" fmla="*/ 76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15"/>
                      </a:moveTo>
                      <a:lnTo>
                        <a:pt x="196703" y="815"/>
                      </a:lnTo>
                      <a:lnTo>
                        <a:pt x="196703" y="196758"/>
                      </a:lnTo>
                      <a:lnTo>
                        <a:pt x="76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7" name="任意多边形: 形状 526"/>
                <p:cNvSpPr/>
                <p:nvPr/>
              </p:nvSpPr>
              <p:spPr>
                <a:xfrm>
                  <a:off x="7826828" y="5323114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15 h 195942"/>
                    <a:gd name="connsiteX1" fmla="*/ 196733 w 195942"/>
                    <a:gd name="connsiteY1" fmla="*/ 815 h 195942"/>
                    <a:gd name="connsiteX2" fmla="*/ 196733 w 195942"/>
                    <a:gd name="connsiteY2" fmla="*/ 196758 h 195942"/>
                    <a:gd name="connsiteX3" fmla="*/ 79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15"/>
                      </a:moveTo>
                      <a:lnTo>
                        <a:pt x="196733" y="815"/>
                      </a:lnTo>
                      <a:lnTo>
                        <a:pt x="196733" y="196758"/>
                      </a:lnTo>
                      <a:lnTo>
                        <a:pt x="79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6" name="图形 5"/>
              <p:cNvGrpSpPr/>
              <p:nvPr/>
            </p:nvGrpSpPr>
            <p:grpSpPr>
              <a:xfrm>
                <a:off x="7239000" y="5519057"/>
                <a:ext cx="783770" cy="195942"/>
                <a:chOff x="7239000" y="5519057"/>
                <a:chExt cx="783770" cy="195942"/>
              </a:xfrm>
              <a:grpFill/>
            </p:grpSpPr>
            <p:sp>
              <p:nvSpPr>
                <p:cNvPr id="519" name="任意多边形: 形状 518"/>
                <p:cNvSpPr/>
                <p:nvPr/>
              </p:nvSpPr>
              <p:spPr>
                <a:xfrm>
                  <a:off x="7239000" y="5519057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45 h 195942"/>
                    <a:gd name="connsiteX1" fmla="*/ 196643 w 195942"/>
                    <a:gd name="connsiteY1" fmla="*/ 845 h 195942"/>
                    <a:gd name="connsiteX2" fmla="*/ 196643 w 195942"/>
                    <a:gd name="connsiteY2" fmla="*/ 196788 h 195942"/>
                    <a:gd name="connsiteX3" fmla="*/ 70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45"/>
                      </a:moveTo>
                      <a:lnTo>
                        <a:pt x="196643" y="845"/>
                      </a:lnTo>
                      <a:lnTo>
                        <a:pt x="196643" y="196788"/>
                      </a:lnTo>
                      <a:lnTo>
                        <a:pt x="70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0" name="任意多边形: 形状 519"/>
                <p:cNvSpPr/>
                <p:nvPr/>
              </p:nvSpPr>
              <p:spPr>
                <a:xfrm>
                  <a:off x="7434942" y="5519057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45 h 195942"/>
                    <a:gd name="connsiteX1" fmla="*/ 196673 w 195942"/>
                    <a:gd name="connsiteY1" fmla="*/ 845 h 195942"/>
                    <a:gd name="connsiteX2" fmla="*/ 196673 w 195942"/>
                    <a:gd name="connsiteY2" fmla="*/ 196788 h 195942"/>
                    <a:gd name="connsiteX3" fmla="*/ 73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45"/>
                      </a:moveTo>
                      <a:lnTo>
                        <a:pt x="196673" y="845"/>
                      </a:lnTo>
                      <a:lnTo>
                        <a:pt x="196673" y="196788"/>
                      </a:lnTo>
                      <a:lnTo>
                        <a:pt x="73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1" name="任意多边形: 形状 520"/>
                <p:cNvSpPr/>
                <p:nvPr/>
              </p:nvSpPr>
              <p:spPr>
                <a:xfrm>
                  <a:off x="7630885" y="5519057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45 h 195942"/>
                    <a:gd name="connsiteX1" fmla="*/ 196703 w 195942"/>
                    <a:gd name="connsiteY1" fmla="*/ 845 h 195942"/>
                    <a:gd name="connsiteX2" fmla="*/ 196703 w 195942"/>
                    <a:gd name="connsiteY2" fmla="*/ 196788 h 195942"/>
                    <a:gd name="connsiteX3" fmla="*/ 76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45"/>
                      </a:moveTo>
                      <a:lnTo>
                        <a:pt x="196703" y="845"/>
                      </a:lnTo>
                      <a:lnTo>
                        <a:pt x="196703" y="196788"/>
                      </a:lnTo>
                      <a:lnTo>
                        <a:pt x="76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2" name="任意多边形: 形状 521"/>
                <p:cNvSpPr/>
                <p:nvPr/>
              </p:nvSpPr>
              <p:spPr>
                <a:xfrm>
                  <a:off x="7826828" y="5519057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45 h 195942"/>
                    <a:gd name="connsiteX1" fmla="*/ 196733 w 195942"/>
                    <a:gd name="connsiteY1" fmla="*/ 845 h 195942"/>
                    <a:gd name="connsiteX2" fmla="*/ 196733 w 195942"/>
                    <a:gd name="connsiteY2" fmla="*/ 196788 h 195942"/>
                    <a:gd name="connsiteX3" fmla="*/ 79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45"/>
                      </a:moveTo>
                      <a:lnTo>
                        <a:pt x="196733" y="845"/>
                      </a:lnTo>
                      <a:lnTo>
                        <a:pt x="196733" y="196788"/>
                      </a:lnTo>
                      <a:lnTo>
                        <a:pt x="79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7" name="图形 5"/>
              <p:cNvGrpSpPr/>
              <p:nvPr/>
            </p:nvGrpSpPr>
            <p:grpSpPr>
              <a:xfrm>
                <a:off x="7239000" y="5715000"/>
                <a:ext cx="783770" cy="195942"/>
                <a:chOff x="7239000" y="5715000"/>
                <a:chExt cx="783770" cy="195942"/>
              </a:xfrm>
              <a:grpFill/>
            </p:grpSpPr>
            <p:sp>
              <p:nvSpPr>
                <p:cNvPr id="514" name="任意多边形: 形状 513"/>
                <p:cNvSpPr/>
                <p:nvPr/>
              </p:nvSpPr>
              <p:spPr>
                <a:xfrm>
                  <a:off x="7239000" y="57150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75 h 195942"/>
                    <a:gd name="connsiteX1" fmla="*/ 196643 w 195942"/>
                    <a:gd name="connsiteY1" fmla="*/ 875 h 195942"/>
                    <a:gd name="connsiteX2" fmla="*/ 196643 w 195942"/>
                    <a:gd name="connsiteY2" fmla="*/ 196818 h 195942"/>
                    <a:gd name="connsiteX3" fmla="*/ 70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75"/>
                      </a:moveTo>
                      <a:lnTo>
                        <a:pt x="196643" y="875"/>
                      </a:lnTo>
                      <a:lnTo>
                        <a:pt x="196643" y="196818"/>
                      </a:lnTo>
                      <a:lnTo>
                        <a:pt x="70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5" name="任意多边形: 形状 514"/>
                <p:cNvSpPr/>
                <p:nvPr/>
              </p:nvSpPr>
              <p:spPr>
                <a:xfrm>
                  <a:off x="7434942" y="57150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75 h 195942"/>
                    <a:gd name="connsiteX1" fmla="*/ 196673 w 195942"/>
                    <a:gd name="connsiteY1" fmla="*/ 875 h 195942"/>
                    <a:gd name="connsiteX2" fmla="*/ 196673 w 195942"/>
                    <a:gd name="connsiteY2" fmla="*/ 196818 h 195942"/>
                    <a:gd name="connsiteX3" fmla="*/ 73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75"/>
                      </a:moveTo>
                      <a:lnTo>
                        <a:pt x="196673" y="875"/>
                      </a:lnTo>
                      <a:lnTo>
                        <a:pt x="196673" y="196818"/>
                      </a:lnTo>
                      <a:lnTo>
                        <a:pt x="73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6" name="任意多边形: 形状 515"/>
                <p:cNvSpPr/>
                <p:nvPr/>
              </p:nvSpPr>
              <p:spPr>
                <a:xfrm>
                  <a:off x="7630885" y="57150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75 h 195942"/>
                    <a:gd name="connsiteX1" fmla="*/ 196703 w 195942"/>
                    <a:gd name="connsiteY1" fmla="*/ 875 h 195942"/>
                    <a:gd name="connsiteX2" fmla="*/ 196703 w 195942"/>
                    <a:gd name="connsiteY2" fmla="*/ 196818 h 195942"/>
                    <a:gd name="connsiteX3" fmla="*/ 76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75"/>
                      </a:moveTo>
                      <a:lnTo>
                        <a:pt x="196703" y="875"/>
                      </a:lnTo>
                      <a:lnTo>
                        <a:pt x="196703" y="196818"/>
                      </a:lnTo>
                      <a:lnTo>
                        <a:pt x="76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7" name="任意多边形: 形状 516"/>
                <p:cNvSpPr/>
                <p:nvPr/>
              </p:nvSpPr>
              <p:spPr>
                <a:xfrm>
                  <a:off x="7826828" y="57150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75 h 195942"/>
                    <a:gd name="connsiteX1" fmla="*/ 196733 w 195942"/>
                    <a:gd name="connsiteY1" fmla="*/ 875 h 195942"/>
                    <a:gd name="connsiteX2" fmla="*/ 196733 w 195942"/>
                    <a:gd name="connsiteY2" fmla="*/ 196818 h 195942"/>
                    <a:gd name="connsiteX3" fmla="*/ 79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75"/>
                      </a:moveTo>
                      <a:lnTo>
                        <a:pt x="196733" y="875"/>
                      </a:lnTo>
                      <a:lnTo>
                        <a:pt x="196733" y="196818"/>
                      </a:lnTo>
                      <a:lnTo>
                        <a:pt x="79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8" name="图形 5"/>
              <p:cNvGrpSpPr/>
              <p:nvPr/>
            </p:nvGrpSpPr>
            <p:grpSpPr>
              <a:xfrm>
                <a:off x="7239000" y="5910942"/>
                <a:ext cx="783770" cy="195942"/>
                <a:chOff x="7239000" y="5910942"/>
                <a:chExt cx="783770" cy="195942"/>
              </a:xfrm>
              <a:grpFill/>
            </p:grpSpPr>
            <p:sp>
              <p:nvSpPr>
                <p:cNvPr id="509" name="任意多边形: 形状 508"/>
                <p:cNvSpPr/>
                <p:nvPr/>
              </p:nvSpPr>
              <p:spPr>
                <a:xfrm>
                  <a:off x="7239000" y="59109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905 h 195942"/>
                    <a:gd name="connsiteX1" fmla="*/ 196643 w 195942"/>
                    <a:gd name="connsiteY1" fmla="*/ 905 h 195942"/>
                    <a:gd name="connsiteX2" fmla="*/ 196643 w 195942"/>
                    <a:gd name="connsiteY2" fmla="*/ 196848 h 195942"/>
                    <a:gd name="connsiteX3" fmla="*/ 70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905"/>
                      </a:moveTo>
                      <a:lnTo>
                        <a:pt x="196643" y="905"/>
                      </a:lnTo>
                      <a:lnTo>
                        <a:pt x="196643" y="196848"/>
                      </a:lnTo>
                      <a:lnTo>
                        <a:pt x="70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0" name="任意多边形: 形状 509"/>
                <p:cNvSpPr/>
                <p:nvPr/>
              </p:nvSpPr>
              <p:spPr>
                <a:xfrm>
                  <a:off x="7434942" y="59109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905 h 195942"/>
                    <a:gd name="connsiteX1" fmla="*/ 196673 w 195942"/>
                    <a:gd name="connsiteY1" fmla="*/ 905 h 195942"/>
                    <a:gd name="connsiteX2" fmla="*/ 196673 w 195942"/>
                    <a:gd name="connsiteY2" fmla="*/ 196848 h 195942"/>
                    <a:gd name="connsiteX3" fmla="*/ 73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905"/>
                      </a:moveTo>
                      <a:lnTo>
                        <a:pt x="196673" y="905"/>
                      </a:lnTo>
                      <a:lnTo>
                        <a:pt x="196673" y="196848"/>
                      </a:lnTo>
                      <a:lnTo>
                        <a:pt x="73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1" name="任意多边形: 形状 510"/>
                <p:cNvSpPr/>
                <p:nvPr/>
              </p:nvSpPr>
              <p:spPr>
                <a:xfrm>
                  <a:off x="7630885" y="59109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905 h 195942"/>
                    <a:gd name="connsiteX1" fmla="*/ 196703 w 195942"/>
                    <a:gd name="connsiteY1" fmla="*/ 905 h 195942"/>
                    <a:gd name="connsiteX2" fmla="*/ 196703 w 195942"/>
                    <a:gd name="connsiteY2" fmla="*/ 196848 h 195942"/>
                    <a:gd name="connsiteX3" fmla="*/ 76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905"/>
                      </a:moveTo>
                      <a:lnTo>
                        <a:pt x="196703" y="905"/>
                      </a:lnTo>
                      <a:lnTo>
                        <a:pt x="196703" y="196848"/>
                      </a:lnTo>
                      <a:lnTo>
                        <a:pt x="76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2" name="任意多边形: 形状 511"/>
                <p:cNvSpPr/>
                <p:nvPr/>
              </p:nvSpPr>
              <p:spPr>
                <a:xfrm>
                  <a:off x="7826828" y="59109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905 h 195942"/>
                    <a:gd name="connsiteX1" fmla="*/ 196733 w 195942"/>
                    <a:gd name="connsiteY1" fmla="*/ 905 h 195942"/>
                    <a:gd name="connsiteX2" fmla="*/ 196733 w 195942"/>
                    <a:gd name="connsiteY2" fmla="*/ 196848 h 195942"/>
                    <a:gd name="connsiteX3" fmla="*/ 79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905"/>
                      </a:moveTo>
                      <a:lnTo>
                        <a:pt x="196733" y="905"/>
                      </a:lnTo>
                      <a:lnTo>
                        <a:pt x="196733" y="196848"/>
                      </a:lnTo>
                      <a:lnTo>
                        <a:pt x="79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534" name="对象 533"/>
            <p:cNvGraphicFramePr>
              <a:graphicFrameLocks noChangeAspect="1"/>
            </p:cNvGraphicFramePr>
            <p:nvPr/>
          </p:nvGraphicFramePr>
          <p:xfrm>
            <a:off x="3386329" y="5044879"/>
            <a:ext cx="1737927" cy="804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7" name="Equation" r:id="rId25" imgW="1162685" imgH="539750" progId="Equation.DSMT4">
                    <p:embed/>
                  </p:oleObj>
                </mc:Choice>
                <mc:Fallback>
                  <p:oleObj name="Equation" r:id="rId25" imgW="1162685" imgH="539750" progId="Equation.DSMT4">
                    <p:embed/>
                    <p:pic>
                      <p:nvPicPr>
                        <p:cNvPr id="0" name="图片 6470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386329" y="5044879"/>
                          <a:ext cx="1737927" cy="8042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38" name="图形 5"/>
            <p:cNvGrpSpPr/>
            <p:nvPr/>
          </p:nvGrpSpPr>
          <p:grpSpPr>
            <a:xfrm>
              <a:off x="7257782" y="4874921"/>
              <a:ext cx="979715" cy="979713"/>
              <a:chOff x="7238999" y="5127171"/>
              <a:chExt cx="979715" cy="979713"/>
            </a:xfrm>
            <a:solidFill>
              <a:srgbClr val="00B050"/>
            </a:solidFill>
          </p:grpSpPr>
          <p:grpSp>
            <p:nvGrpSpPr>
              <p:cNvPr id="439" name="图形 5"/>
              <p:cNvGrpSpPr/>
              <p:nvPr/>
            </p:nvGrpSpPr>
            <p:grpSpPr>
              <a:xfrm>
                <a:off x="7238999" y="5127171"/>
                <a:ext cx="979714" cy="252506"/>
                <a:chOff x="7238999" y="5127171"/>
                <a:chExt cx="979714" cy="252506"/>
              </a:xfrm>
              <a:grpFill/>
            </p:grpSpPr>
            <p:sp>
              <p:nvSpPr>
                <p:cNvPr id="464" name="任意多边形: 形状 463"/>
                <p:cNvSpPr/>
                <p:nvPr/>
              </p:nvSpPr>
              <p:spPr>
                <a:xfrm>
                  <a:off x="7238999" y="5127171"/>
                  <a:ext cx="234609" cy="252506"/>
                </a:xfrm>
                <a:custGeom>
                  <a:avLst/>
                  <a:gdLst>
                    <a:gd name="connsiteX0" fmla="*/ 700 w 195942"/>
                    <a:gd name="connsiteY0" fmla="*/ 785 h 195942"/>
                    <a:gd name="connsiteX1" fmla="*/ 196643 w 195942"/>
                    <a:gd name="connsiteY1" fmla="*/ 785 h 195942"/>
                    <a:gd name="connsiteX2" fmla="*/ 196643 w 195942"/>
                    <a:gd name="connsiteY2" fmla="*/ 196728 h 195942"/>
                    <a:gd name="connsiteX3" fmla="*/ 70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85"/>
                      </a:moveTo>
                      <a:lnTo>
                        <a:pt x="196643" y="785"/>
                      </a:lnTo>
                      <a:lnTo>
                        <a:pt x="196643" y="196728"/>
                      </a:lnTo>
                      <a:lnTo>
                        <a:pt x="70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5" name="任意多边形: 形状 464"/>
                <p:cNvSpPr/>
                <p:nvPr/>
              </p:nvSpPr>
              <p:spPr>
                <a:xfrm>
                  <a:off x="7434942" y="51271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85 h 195942"/>
                    <a:gd name="connsiteX1" fmla="*/ 196673 w 195942"/>
                    <a:gd name="connsiteY1" fmla="*/ 785 h 195942"/>
                    <a:gd name="connsiteX2" fmla="*/ 196673 w 195942"/>
                    <a:gd name="connsiteY2" fmla="*/ 196728 h 195942"/>
                    <a:gd name="connsiteX3" fmla="*/ 73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85"/>
                      </a:moveTo>
                      <a:lnTo>
                        <a:pt x="196673" y="785"/>
                      </a:lnTo>
                      <a:lnTo>
                        <a:pt x="196673" y="196728"/>
                      </a:lnTo>
                      <a:lnTo>
                        <a:pt x="73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6" name="任意多边形: 形状 465"/>
                <p:cNvSpPr/>
                <p:nvPr/>
              </p:nvSpPr>
              <p:spPr>
                <a:xfrm>
                  <a:off x="7630885" y="51271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85 h 195942"/>
                    <a:gd name="connsiteX1" fmla="*/ 196703 w 195942"/>
                    <a:gd name="connsiteY1" fmla="*/ 785 h 195942"/>
                    <a:gd name="connsiteX2" fmla="*/ 196703 w 195942"/>
                    <a:gd name="connsiteY2" fmla="*/ 196728 h 195942"/>
                    <a:gd name="connsiteX3" fmla="*/ 76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85"/>
                      </a:moveTo>
                      <a:lnTo>
                        <a:pt x="196703" y="785"/>
                      </a:lnTo>
                      <a:lnTo>
                        <a:pt x="196703" y="196728"/>
                      </a:lnTo>
                      <a:lnTo>
                        <a:pt x="76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7" name="任意多边形: 形状 466"/>
                <p:cNvSpPr/>
                <p:nvPr/>
              </p:nvSpPr>
              <p:spPr>
                <a:xfrm>
                  <a:off x="7826828" y="51271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85 h 195942"/>
                    <a:gd name="connsiteX1" fmla="*/ 196733 w 195942"/>
                    <a:gd name="connsiteY1" fmla="*/ 785 h 195942"/>
                    <a:gd name="connsiteX2" fmla="*/ 196733 w 195942"/>
                    <a:gd name="connsiteY2" fmla="*/ 196728 h 195942"/>
                    <a:gd name="connsiteX3" fmla="*/ 79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85"/>
                      </a:moveTo>
                      <a:lnTo>
                        <a:pt x="196733" y="785"/>
                      </a:lnTo>
                      <a:lnTo>
                        <a:pt x="196733" y="196728"/>
                      </a:lnTo>
                      <a:lnTo>
                        <a:pt x="79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8" name="任意多边形: 形状 467"/>
                <p:cNvSpPr/>
                <p:nvPr/>
              </p:nvSpPr>
              <p:spPr>
                <a:xfrm>
                  <a:off x="8022771" y="5127171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785 h 195942"/>
                    <a:gd name="connsiteX1" fmla="*/ 196763 w 195942"/>
                    <a:gd name="connsiteY1" fmla="*/ 785 h 195942"/>
                    <a:gd name="connsiteX2" fmla="*/ 196763 w 195942"/>
                    <a:gd name="connsiteY2" fmla="*/ 196728 h 195942"/>
                    <a:gd name="connsiteX3" fmla="*/ 82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785"/>
                      </a:moveTo>
                      <a:lnTo>
                        <a:pt x="196763" y="785"/>
                      </a:lnTo>
                      <a:lnTo>
                        <a:pt x="196763" y="196728"/>
                      </a:lnTo>
                      <a:lnTo>
                        <a:pt x="82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0" name="图形 5"/>
              <p:cNvGrpSpPr/>
              <p:nvPr/>
            </p:nvGrpSpPr>
            <p:grpSpPr>
              <a:xfrm>
                <a:off x="7239000" y="5323114"/>
                <a:ext cx="979714" cy="195942"/>
                <a:chOff x="7239000" y="5323114"/>
                <a:chExt cx="979714" cy="195942"/>
              </a:xfrm>
              <a:grpFill/>
            </p:grpSpPr>
            <p:sp>
              <p:nvSpPr>
                <p:cNvPr id="459" name="任意多边形: 形状 458"/>
                <p:cNvSpPr/>
                <p:nvPr/>
              </p:nvSpPr>
              <p:spPr>
                <a:xfrm>
                  <a:off x="7239000" y="5323114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15 h 195942"/>
                    <a:gd name="connsiteX1" fmla="*/ 196643 w 195942"/>
                    <a:gd name="connsiteY1" fmla="*/ 815 h 195942"/>
                    <a:gd name="connsiteX2" fmla="*/ 196643 w 195942"/>
                    <a:gd name="connsiteY2" fmla="*/ 196758 h 195942"/>
                    <a:gd name="connsiteX3" fmla="*/ 70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15"/>
                      </a:moveTo>
                      <a:lnTo>
                        <a:pt x="196643" y="815"/>
                      </a:lnTo>
                      <a:lnTo>
                        <a:pt x="196643" y="196758"/>
                      </a:lnTo>
                      <a:lnTo>
                        <a:pt x="70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0" name="任意多边形: 形状 459"/>
                <p:cNvSpPr/>
                <p:nvPr/>
              </p:nvSpPr>
              <p:spPr>
                <a:xfrm>
                  <a:off x="7434942" y="5323114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15 h 195942"/>
                    <a:gd name="connsiteX1" fmla="*/ 196673 w 195942"/>
                    <a:gd name="connsiteY1" fmla="*/ 815 h 195942"/>
                    <a:gd name="connsiteX2" fmla="*/ 196673 w 195942"/>
                    <a:gd name="connsiteY2" fmla="*/ 196758 h 195942"/>
                    <a:gd name="connsiteX3" fmla="*/ 73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15"/>
                      </a:moveTo>
                      <a:lnTo>
                        <a:pt x="196673" y="815"/>
                      </a:lnTo>
                      <a:lnTo>
                        <a:pt x="196673" y="196758"/>
                      </a:lnTo>
                      <a:lnTo>
                        <a:pt x="73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1" name="任意多边形: 形状 460"/>
                <p:cNvSpPr/>
                <p:nvPr/>
              </p:nvSpPr>
              <p:spPr>
                <a:xfrm>
                  <a:off x="7630885" y="5323114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15 h 195942"/>
                    <a:gd name="connsiteX1" fmla="*/ 196703 w 195942"/>
                    <a:gd name="connsiteY1" fmla="*/ 815 h 195942"/>
                    <a:gd name="connsiteX2" fmla="*/ 196703 w 195942"/>
                    <a:gd name="connsiteY2" fmla="*/ 196758 h 195942"/>
                    <a:gd name="connsiteX3" fmla="*/ 76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15"/>
                      </a:moveTo>
                      <a:lnTo>
                        <a:pt x="196703" y="815"/>
                      </a:lnTo>
                      <a:lnTo>
                        <a:pt x="196703" y="196758"/>
                      </a:lnTo>
                      <a:lnTo>
                        <a:pt x="76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2" name="任意多边形: 形状 461"/>
                <p:cNvSpPr/>
                <p:nvPr/>
              </p:nvSpPr>
              <p:spPr>
                <a:xfrm>
                  <a:off x="7826828" y="5323114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15 h 195942"/>
                    <a:gd name="connsiteX1" fmla="*/ 196733 w 195942"/>
                    <a:gd name="connsiteY1" fmla="*/ 815 h 195942"/>
                    <a:gd name="connsiteX2" fmla="*/ 196733 w 195942"/>
                    <a:gd name="connsiteY2" fmla="*/ 196758 h 195942"/>
                    <a:gd name="connsiteX3" fmla="*/ 79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15"/>
                      </a:moveTo>
                      <a:lnTo>
                        <a:pt x="196733" y="815"/>
                      </a:lnTo>
                      <a:lnTo>
                        <a:pt x="196733" y="196758"/>
                      </a:lnTo>
                      <a:lnTo>
                        <a:pt x="79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3" name="任意多边形: 形状 462"/>
                <p:cNvSpPr/>
                <p:nvPr/>
              </p:nvSpPr>
              <p:spPr>
                <a:xfrm>
                  <a:off x="8022771" y="5323114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815 h 195942"/>
                    <a:gd name="connsiteX1" fmla="*/ 196763 w 195942"/>
                    <a:gd name="connsiteY1" fmla="*/ 815 h 195942"/>
                    <a:gd name="connsiteX2" fmla="*/ 196763 w 195942"/>
                    <a:gd name="connsiteY2" fmla="*/ 196758 h 195942"/>
                    <a:gd name="connsiteX3" fmla="*/ 82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815"/>
                      </a:moveTo>
                      <a:lnTo>
                        <a:pt x="196763" y="815"/>
                      </a:lnTo>
                      <a:lnTo>
                        <a:pt x="196763" y="196758"/>
                      </a:lnTo>
                      <a:lnTo>
                        <a:pt x="82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1" name="图形 5"/>
              <p:cNvGrpSpPr/>
              <p:nvPr/>
            </p:nvGrpSpPr>
            <p:grpSpPr>
              <a:xfrm>
                <a:off x="7239000" y="5519057"/>
                <a:ext cx="979713" cy="195942"/>
                <a:chOff x="7239000" y="5519057"/>
                <a:chExt cx="979713" cy="195942"/>
              </a:xfrm>
              <a:grpFill/>
            </p:grpSpPr>
            <p:sp>
              <p:nvSpPr>
                <p:cNvPr id="454" name="任意多边形: 形状 453"/>
                <p:cNvSpPr/>
                <p:nvPr/>
              </p:nvSpPr>
              <p:spPr>
                <a:xfrm>
                  <a:off x="7239000" y="5519057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45 h 195942"/>
                    <a:gd name="connsiteX1" fmla="*/ 196643 w 195942"/>
                    <a:gd name="connsiteY1" fmla="*/ 845 h 195942"/>
                    <a:gd name="connsiteX2" fmla="*/ 196643 w 195942"/>
                    <a:gd name="connsiteY2" fmla="*/ 196788 h 195942"/>
                    <a:gd name="connsiteX3" fmla="*/ 70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45"/>
                      </a:moveTo>
                      <a:lnTo>
                        <a:pt x="196643" y="845"/>
                      </a:lnTo>
                      <a:lnTo>
                        <a:pt x="196643" y="196788"/>
                      </a:lnTo>
                      <a:lnTo>
                        <a:pt x="70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5" name="任意多边形: 形状 454"/>
                <p:cNvSpPr/>
                <p:nvPr/>
              </p:nvSpPr>
              <p:spPr>
                <a:xfrm>
                  <a:off x="7434942" y="5519057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45 h 195942"/>
                    <a:gd name="connsiteX1" fmla="*/ 196673 w 195942"/>
                    <a:gd name="connsiteY1" fmla="*/ 845 h 195942"/>
                    <a:gd name="connsiteX2" fmla="*/ 196673 w 195942"/>
                    <a:gd name="connsiteY2" fmla="*/ 196788 h 195942"/>
                    <a:gd name="connsiteX3" fmla="*/ 73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45"/>
                      </a:moveTo>
                      <a:lnTo>
                        <a:pt x="196673" y="845"/>
                      </a:lnTo>
                      <a:lnTo>
                        <a:pt x="196673" y="196788"/>
                      </a:lnTo>
                      <a:lnTo>
                        <a:pt x="73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6" name="任意多边形: 形状 455"/>
                <p:cNvSpPr/>
                <p:nvPr/>
              </p:nvSpPr>
              <p:spPr>
                <a:xfrm>
                  <a:off x="7630885" y="5519057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45 h 195942"/>
                    <a:gd name="connsiteX1" fmla="*/ 196703 w 195942"/>
                    <a:gd name="connsiteY1" fmla="*/ 845 h 195942"/>
                    <a:gd name="connsiteX2" fmla="*/ 196703 w 195942"/>
                    <a:gd name="connsiteY2" fmla="*/ 196788 h 195942"/>
                    <a:gd name="connsiteX3" fmla="*/ 76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45"/>
                      </a:moveTo>
                      <a:lnTo>
                        <a:pt x="196703" y="845"/>
                      </a:lnTo>
                      <a:lnTo>
                        <a:pt x="196703" y="196788"/>
                      </a:lnTo>
                      <a:lnTo>
                        <a:pt x="76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7" name="任意多边形: 形状 456"/>
                <p:cNvSpPr/>
                <p:nvPr/>
              </p:nvSpPr>
              <p:spPr>
                <a:xfrm>
                  <a:off x="7826828" y="5519057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45 h 195942"/>
                    <a:gd name="connsiteX1" fmla="*/ 196733 w 195942"/>
                    <a:gd name="connsiteY1" fmla="*/ 845 h 195942"/>
                    <a:gd name="connsiteX2" fmla="*/ 196733 w 195942"/>
                    <a:gd name="connsiteY2" fmla="*/ 196788 h 195942"/>
                    <a:gd name="connsiteX3" fmla="*/ 79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45"/>
                      </a:moveTo>
                      <a:lnTo>
                        <a:pt x="196733" y="845"/>
                      </a:lnTo>
                      <a:lnTo>
                        <a:pt x="196733" y="196788"/>
                      </a:lnTo>
                      <a:lnTo>
                        <a:pt x="79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8" name="任意多边形: 形状 457"/>
                <p:cNvSpPr/>
                <p:nvPr/>
              </p:nvSpPr>
              <p:spPr>
                <a:xfrm>
                  <a:off x="8022771" y="5519057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845 h 195942"/>
                    <a:gd name="connsiteX1" fmla="*/ 196763 w 195942"/>
                    <a:gd name="connsiteY1" fmla="*/ 845 h 195942"/>
                    <a:gd name="connsiteX2" fmla="*/ 196763 w 195942"/>
                    <a:gd name="connsiteY2" fmla="*/ 196788 h 195942"/>
                    <a:gd name="connsiteX3" fmla="*/ 82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845"/>
                      </a:moveTo>
                      <a:lnTo>
                        <a:pt x="196763" y="845"/>
                      </a:lnTo>
                      <a:lnTo>
                        <a:pt x="196763" y="196788"/>
                      </a:lnTo>
                      <a:lnTo>
                        <a:pt x="82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2" name="图形 5"/>
              <p:cNvGrpSpPr/>
              <p:nvPr/>
            </p:nvGrpSpPr>
            <p:grpSpPr>
              <a:xfrm>
                <a:off x="7239000" y="5715000"/>
                <a:ext cx="979714" cy="195942"/>
                <a:chOff x="7239000" y="5715000"/>
                <a:chExt cx="979714" cy="195942"/>
              </a:xfrm>
              <a:grpFill/>
            </p:grpSpPr>
            <p:sp>
              <p:nvSpPr>
                <p:cNvPr id="449" name="任意多边形: 形状 448"/>
                <p:cNvSpPr/>
                <p:nvPr/>
              </p:nvSpPr>
              <p:spPr>
                <a:xfrm>
                  <a:off x="7239000" y="57150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75 h 195942"/>
                    <a:gd name="connsiteX1" fmla="*/ 196643 w 195942"/>
                    <a:gd name="connsiteY1" fmla="*/ 875 h 195942"/>
                    <a:gd name="connsiteX2" fmla="*/ 196643 w 195942"/>
                    <a:gd name="connsiteY2" fmla="*/ 196818 h 195942"/>
                    <a:gd name="connsiteX3" fmla="*/ 70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75"/>
                      </a:moveTo>
                      <a:lnTo>
                        <a:pt x="196643" y="875"/>
                      </a:lnTo>
                      <a:lnTo>
                        <a:pt x="196643" y="196818"/>
                      </a:lnTo>
                      <a:lnTo>
                        <a:pt x="70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0" name="任意多边形: 形状 449"/>
                <p:cNvSpPr/>
                <p:nvPr/>
              </p:nvSpPr>
              <p:spPr>
                <a:xfrm>
                  <a:off x="7434942" y="57150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75 h 195942"/>
                    <a:gd name="connsiteX1" fmla="*/ 196673 w 195942"/>
                    <a:gd name="connsiteY1" fmla="*/ 875 h 195942"/>
                    <a:gd name="connsiteX2" fmla="*/ 196673 w 195942"/>
                    <a:gd name="connsiteY2" fmla="*/ 196818 h 195942"/>
                    <a:gd name="connsiteX3" fmla="*/ 73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75"/>
                      </a:moveTo>
                      <a:lnTo>
                        <a:pt x="196673" y="875"/>
                      </a:lnTo>
                      <a:lnTo>
                        <a:pt x="196673" y="196818"/>
                      </a:lnTo>
                      <a:lnTo>
                        <a:pt x="73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1" name="任意多边形: 形状 450"/>
                <p:cNvSpPr/>
                <p:nvPr/>
              </p:nvSpPr>
              <p:spPr>
                <a:xfrm>
                  <a:off x="7630885" y="57150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75 h 195942"/>
                    <a:gd name="connsiteX1" fmla="*/ 196703 w 195942"/>
                    <a:gd name="connsiteY1" fmla="*/ 875 h 195942"/>
                    <a:gd name="connsiteX2" fmla="*/ 196703 w 195942"/>
                    <a:gd name="connsiteY2" fmla="*/ 196818 h 195942"/>
                    <a:gd name="connsiteX3" fmla="*/ 76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75"/>
                      </a:moveTo>
                      <a:lnTo>
                        <a:pt x="196703" y="875"/>
                      </a:lnTo>
                      <a:lnTo>
                        <a:pt x="196703" y="196818"/>
                      </a:lnTo>
                      <a:lnTo>
                        <a:pt x="76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2" name="任意多边形: 形状 451"/>
                <p:cNvSpPr/>
                <p:nvPr/>
              </p:nvSpPr>
              <p:spPr>
                <a:xfrm>
                  <a:off x="7826828" y="57150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75 h 195942"/>
                    <a:gd name="connsiteX1" fmla="*/ 196733 w 195942"/>
                    <a:gd name="connsiteY1" fmla="*/ 875 h 195942"/>
                    <a:gd name="connsiteX2" fmla="*/ 196733 w 195942"/>
                    <a:gd name="connsiteY2" fmla="*/ 196818 h 195942"/>
                    <a:gd name="connsiteX3" fmla="*/ 79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75"/>
                      </a:moveTo>
                      <a:lnTo>
                        <a:pt x="196733" y="875"/>
                      </a:lnTo>
                      <a:lnTo>
                        <a:pt x="196733" y="196818"/>
                      </a:lnTo>
                      <a:lnTo>
                        <a:pt x="79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3" name="任意多边形: 形状 452"/>
                <p:cNvSpPr/>
                <p:nvPr/>
              </p:nvSpPr>
              <p:spPr>
                <a:xfrm>
                  <a:off x="8022771" y="5715000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875 h 195942"/>
                    <a:gd name="connsiteX1" fmla="*/ 196763 w 195942"/>
                    <a:gd name="connsiteY1" fmla="*/ 875 h 195942"/>
                    <a:gd name="connsiteX2" fmla="*/ 196763 w 195942"/>
                    <a:gd name="connsiteY2" fmla="*/ 196818 h 195942"/>
                    <a:gd name="connsiteX3" fmla="*/ 82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875"/>
                      </a:moveTo>
                      <a:lnTo>
                        <a:pt x="196763" y="875"/>
                      </a:lnTo>
                      <a:lnTo>
                        <a:pt x="196763" y="196818"/>
                      </a:lnTo>
                      <a:lnTo>
                        <a:pt x="82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3" name="图形 5"/>
              <p:cNvGrpSpPr/>
              <p:nvPr/>
            </p:nvGrpSpPr>
            <p:grpSpPr>
              <a:xfrm>
                <a:off x="7239000" y="5910942"/>
                <a:ext cx="979714" cy="195942"/>
                <a:chOff x="7239000" y="5910942"/>
                <a:chExt cx="979714" cy="195942"/>
              </a:xfrm>
              <a:grpFill/>
            </p:grpSpPr>
            <p:sp>
              <p:nvSpPr>
                <p:cNvPr id="444" name="任意多边形: 形状 443"/>
                <p:cNvSpPr/>
                <p:nvPr/>
              </p:nvSpPr>
              <p:spPr>
                <a:xfrm>
                  <a:off x="7239000" y="59109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905 h 195942"/>
                    <a:gd name="connsiteX1" fmla="*/ 196643 w 195942"/>
                    <a:gd name="connsiteY1" fmla="*/ 905 h 195942"/>
                    <a:gd name="connsiteX2" fmla="*/ 196643 w 195942"/>
                    <a:gd name="connsiteY2" fmla="*/ 196848 h 195942"/>
                    <a:gd name="connsiteX3" fmla="*/ 70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905"/>
                      </a:moveTo>
                      <a:lnTo>
                        <a:pt x="196643" y="905"/>
                      </a:lnTo>
                      <a:lnTo>
                        <a:pt x="196643" y="196848"/>
                      </a:lnTo>
                      <a:lnTo>
                        <a:pt x="70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5" name="任意多边形: 形状 444"/>
                <p:cNvSpPr/>
                <p:nvPr/>
              </p:nvSpPr>
              <p:spPr>
                <a:xfrm>
                  <a:off x="7434942" y="59109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905 h 195942"/>
                    <a:gd name="connsiteX1" fmla="*/ 196673 w 195942"/>
                    <a:gd name="connsiteY1" fmla="*/ 905 h 195942"/>
                    <a:gd name="connsiteX2" fmla="*/ 196673 w 195942"/>
                    <a:gd name="connsiteY2" fmla="*/ 196848 h 195942"/>
                    <a:gd name="connsiteX3" fmla="*/ 73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905"/>
                      </a:moveTo>
                      <a:lnTo>
                        <a:pt x="196673" y="905"/>
                      </a:lnTo>
                      <a:lnTo>
                        <a:pt x="196673" y="196848"/>
                      </a:lnTo>
                      <a:lnTo>
                        <a:pt x="73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6" name="任意多边形: 形状 445"/>
                <p:cNvSpPr/>
                <p:nvPr/>
              </p:nvSpPr>
              <p:spPr>
                <a:xfrm>
                  <a:off x="7630885" y="59109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905 h 195942"/>
                    <a:gd name="connsiteX1" fmla="*/ 196703 w 195942"/>
                    <a:gd name="connsiteY1" fmla="*/ 905 h 195942"/>
                    <a:gd name="connsiteX2" fmla="*/ 196703 w 195942"/>
                    <a:gd name="connsiteY2" fmla="*/ 196848 h 195942"/>
                    <a:gd name="connsiteX3" fmla="*/ 76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905"/>
                      </a:moveTo>
                      <a:lnTo>
                        <a:pt x="196703" y="905"/>
                      </a:lnTo>
                      <a:lnTo>
                        <a:pt x="196703" y="196848"/>
                      </a:lnTo>
                      <a:lnTo>
                        <a:pt x="76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7" name="任意多边形: 形状 446"/>
                <p:cNvSpPr/>
                <p:nvPr/>
              </p:nvSpPr>
              <p:spPr>
                <a:xfrm>
                  <a:off x="7826828" y="59109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905 h 195942"/>
                    <a:gd name="connsiteX1" fmla="*/ 196733 w 195942"/>
                    <a:gd name="connsiteY1" fmla="*/ 905 h 195942"/>
                    <a:gd name="connsiteX2" fmla="*/ 196733 w 195942"/>
                    <a:gd name="connsiteY2" fmla="*/ 196848 h 195942"/>
                    <a:gd name="connsiteX3" fmla="*/ 79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905"/>
                      </a:moveTo>
                      <a:lnTo>
                        <a:pt x="196733" y="905"/>
                      </a:lnTo>
                      <a:lnTo>
                        <a:pt x="196733" y="196848"/>
                      </a:lnTo>
                      <a:lnTo>
                        <a:pt x="79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8" name="任意多边形: 形状 447"/>
                <p:cNvSpPr/>
                <p:nvPr/>
              </p:nvSpPr>
              <p:spPr>
                <a:xfrm>
                  <a:off x="8022771" y="5910942"/>
                  <a:ext cx="195942" cy="195942"/>
                </a:xfrm>
                <a:custGeom>
                  <a:avLst/>
                  <a:gdLst>
                    <a:gd name="connsiteX0" fmla="*/ 820 w 195942"/>
                    <a:gd name="connsiteY0" fmla="*/ 905 h 195942"/>
                    <a:gd name="connsiteX1" fmla="*/ 196763 w 195942"/>
                    <a:gd name="connsiteY1" fmla="*/ 905 h 195942"/>
                    <a:gd name="connsiteX2" fmla="*/ 196763 w 195942"/>
                    <a:gd name="connsiteY2" fmla="*/ 196848 h 195942"/>
                    <a:gd name="connsiteX3" fmla="*/ 82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820" y="905"/>
                      </a:moveTo>
                      <a:lnTo>
                        <a:pt x="196763" y="905"/>
                      </a:lnTo>
                      <a:lnTo>
                        <a:pt x="196763" y="196848"/>
                      </a:lnTo>
                      <a:lnTo>
                        <a:pt x="82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6367704" y="5818806"/>
            <a:ext cx="2048672" cy="1064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8" name="Equation" r:id="rId27" imgW="1118870" imgH="583565" progId="Equation.DSMT4">
                    <p:embed/>
                  </p:oleObj>
                </mc:Choice>
                <mc:Fallback>
                  <p:oleObj name="Equation" r:id="rId27" imgW="1118870" imgH="583565" progId="Equation.DSMT4">
                    <p:embed/>
                    <p:pic>
                      <p:nvPicPr>
                        <p:cNvPr id="0" name="图片 6471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367704" y="5818806"/>
                          <a:ext cx="2048672" cy="10645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659" y="2843802"/>
            <a:ext cx="7743308" cy="2169152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000" y="0"/>
            <a:ext cx="6299534" cy="28946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773" y="4956307"/>
            <a:ext cx="5321881" cy="164552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多头注意力机制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grpSp>
        <p:nvGrpSpPr>
          <p:cNvPr id="294" name="组合 293"/>
          <p:cNvGrpSpPr/>
          <p:nvPr/>
        </p:nvGrpSpPr>
        <p:grpSpPr>
          <a:xfrm>
            <a:off x="126622" y="1864658"/>
            <a:ext cx="4030223" cy="868659"/>
            <a:chOff x="878637" y="2235758"/>
            <a:chExt cx="4030223" cy="868659"/>
          </a:xfrm>
        </p:grpSpPr>
        <p:grpSp>
          <p:nvGrpSpPr>
            <p:cNvPr id="6" name="组合 5"/>
            <p:cNvGrpSpPr/>
            <p:nvPr/>
          </p:nvGrpSpPr>
          <p:grpSpPr>
            <a:xfrm>
              <a:off x="878637" y="2326419"/>
              <a:ext cx="766417" cy="777998"/>
              <a:chOff x="1900048" y="3635022"/>
              <a:chExt cx="1175657" cy="979713"/>
            </a:xfrm>
          </p:grpSpPr>
          <p:grpSp>
            <p:nvGrpSpPr>
              <p:cNvPr id="12" name="图形 5"/>
              <p:cNvGrpSpPr/>
              <p:nvPr/>
            </p:nvGrpSpPr>
            <p:grpSpPr>
              <a:xfrm>
                <a:off x="1900048" y="3635022"/>
                <a:ext cx="1175656" cy="195942"/>
                <a:chOff x="3450771" y="1632857"/>
                <a:chExt cx="1175656" cy="195942"/>
              </a:xfrm>
              <a:solidFill>
                <a:schemeClr val="accent6">
                  <a:lumMod val="50000"/>
                </a:schemeClr>
              </a:solidFill>
            </p:grpSpPr>
            <p:sp>
              <p:nvSpPr>
                <p:cNvPr id="41" name="任意多边形: 形状 40"/>
                <p:cNvSpPr/>
                <p:nvPr/>
              </p:nvSpPr>
              <p:spPr>
                <a:xfrm>
                  <a:off x="3450771" y="1632857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250 h 195942"/>
                    <a:gd name="connsiteX1" fmla="*/ 196063 w 195942"/>
                    <a:gd name="connsiteY1" fmla="*/ 250 h 195942"/>
                    <a:gd name="connsiteX2" fmla="*/ 196063 w 195942"/>
                    <a:gd name="connsiteY2" fmla="*/ 196193 h 195942"/>
                    <a:gd name="connsiteX3" fmla="*/ 12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250"/>
                      </a:moveTo>
                      <a:lnTo>
                        <a:pt x="196063" y="250"/>
                      </a:lnTo>
                      <a:lnTo>
                        <a:pt x="196063" y="196193"/>
                      </a:lnTo>
                      <a:lnTo>
                        <a:pt x="12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任意多边形: 形状 41"/>
                <p:cNvSpPr/>
                <p:nvPr/>
              </p:nvSpPr>
              <p:spPr>
                <a:xfrm>
                  <a:off x="3646714" y="1632857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250 h 195942"/>
                    <a:gd name="connsiteX1" fmla="*/ 196093 w 195942"/>
                    <a:gd name="connsiteY1" fmla="*/ 250 h 195942"/>
                    <a:gd name="connsiteX2" fmla="*/ 196093 w 195942"/>
                    <a:gd name="connsiteY2" fmla="*/ 196193 h 195942"/>
                    <a:gd name="connsiteX3" fmla="*/ 15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250"/>
                      </a:moveTo>
                      <a:lnTo>
                        <a:pt x="196093" y="250"/>
                      </a:lnTo>
                      <a:lnTo>
                        <a:pt x="196093" y="196193"/>
                      </a:lnTo>
                      <a:lnTo>
                        <a:pt x="15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任意多边形: 形状 42"/>
                <p:cNvSpPr/>
                <p:nvPr/>
              </p:nvSpPr>
              <p:spPr>
                <a:xfrm>
                  <a:off x="3842657" y="1632857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250 h 195942"/>
                    <a:gd name="connsiteX1" fmla="*/ 196123 w 195942"/>
                    <a:gd name="connsiteY1" fmla="*/ 250 h 195942"/>
                    <a:gd name="connsiteX2" fmla="*/ 196123 w 195942"/>
                    <a:gd name="connsiteY2" fmla="*/ 196193 h 195942"/>
                    <a:gd name="connsiteX3" fmla="*/ 18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250"/>
                      </a:moveTo>
                      <a:lnTo>
                        <a:pt x="196123" y="250"/>
                      </a:lnTo>
                      <a:lnTo>
                        <a:pt x="196123" y="196193"/>
                      </a:lnTo>
                      <a:lnTo>
                        <a:pt x="18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任意多边形: 形状 43"/>
                <p:cNvSpPr/>
                <p:nvPr/>
              </p:nvSpPr>
              <p:spPr>
                <a:xfrm>
                  <a:off x="4038600" y="1632857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250 h 195942"/>
                    <a:gd name="connsiteX1" fmla="*/ 196153 w 195942"/>
                    <a:gd name="connsiteY1" fmla="*/ 250 h 195942"/>
                    <a:gd name="connsiteX2" fmla="*/ 196153 w 195942"/>
                    <a:gd name="connsiteY2" fmla="*/ 196193 h 195942"/>
                    <a:gd name="connsiteX3" fmla="*/ 21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250"/>
                      </a:moveTo>
                      <a:lnTo>
                        <a:pt x="196153" y="250"/>
                      </a:lnTo>
                      <a:lnTo>
                        <a:pt x="196153" y="196193"/>
                      </a:lnTo>
                      <a:lnTo>
                        <a:pt x="21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任意多边形: 形状 44"/>
                <p:cNvSpPr/>
                <p:nvPr/>
              </p:nvSpPr>
              <p:spPr>
                <a:xfrm>
                  <a:off x="4234542" y="1632857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250 h 195942"/>
                    <a:gd name="connsiteX1" fmla="*/ 196183 w 195942"/>
                    <a:gd name="connsiteY1" fmla="*/ 250 h 195942"/>
                    <a:gd name="connsiteX2" fmla="*/ 196183 w 195942"/>
                    <a:gd name="connsiteY2" fmla="*/ 196193 h 195942"/>
                    <a:gd name="connsiteX3" fmla="*/ 24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250"/>
                      </a:moveTo>
                      <a:lnTo>
                        <a:pt x="196183" y="250"/>
                      </a:lnTo>
                      <a:lnTo>
                        <a:pt x="196183" y="196193"/>
                      </a:lnTo>
                      <a:lnTo>
                        <a:pt x="24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任意多边形: 形状 45"/>
                <p:cNvSpPr/>
                <p:nvPr/>
              </p:nvSpPr>
              <p:spPr>
                <a:xfrm>
                  <a:off x="4430485" y="1632857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250 h 195942"/>
                    <a:gd name="connsiteX1" fmla="*/ 196213 w 195942"/>
                    <a:gd name="connsiteY1" fmla="*/ 250 h 195942"/>
                    <a:gd name="connsiteX2" fmla="*/ 196213 w 195942"/>
                    <a:gd name="connsiteY2" fmla="*/ 196193 h 195942"/>
                    <a:gd name="connsiteX3" fmla="*/ 27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250"/>
                      </a:moveTo>
                      <a:lnTo>
                        <a:pt x="196213" y="250"/>
                      </a:lnTo>
                      <a:lnTo>
                        <a:pt x="196213" y="196193"/>
                      </a:lnTo>
                      <a:lnTo>
                        <a:pt x="27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图形 5"/>
              <p:cNvGrpSpPr/>
              <p:nvPr/>
            </p:nvGrpSpPr>
            <p:grpSpPr>
              <a:xfrm>
                <a:off x="1900048" y="3830110"/>
                <a:ext cx="1175656" cy="196797"/>
                <a:chOff x="3450771" y="1827945"/>
                <a:chExt cx="1175656" cy="196797"/>
              </a:xfrm>
              <a:solidFill>
                <a:srgbClr val="000000"/>
              </a:solidFill>
            </p:grpSpPr>
            <p:sp>
              <p:nvSpPr>
                <p:cNvPr id="35" name="任意多边形: 形状 34"/>
                <p:cNvSpPr/>
                <p:nvPr/>
              </p:nvSpPr>
              <p:spPr>
                <a:xfrm>
                  <a:off x="3450771" y="1828800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280 h 195942"/>
                    <a:gd name="connsiteX1" fmla="*/ 196063 w 195942"/>
                    <a:gd name="connsiteY1" fmla="*/ 280 h 195942"/>
                    <a:gd name="connsiteX2" fmla="*/ 196063 w 195942"/>
                    <a:gd name="connsiteY2" fmla="*/ 196223 h 195942"/>
                    <a:gd name="connsiteX3" fmla="*/ 12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280"/>
                      </a:moveTo>
                      <a:lnTo>
                        <a:pt x="196063" y="280"/>
                      </a:lnTo>
                      <a:lnTo>
                        <a:pt x="196063" y="196223"/>
                      </a:lnTo>
                      <a:lnTo>
                        <a:pt x="12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>
                <a:xfrm>
                  <a:off x="3646714" y="1828800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280 h 195942"/>
                    <a:gd name="connsiteX1" fmla="*/ 196093 w 195942"/>
                    <a:gd name="connsiteY1" fmla="*/ 280 h 195942"/>
                    <a:gd name="connsiteX2" fmla="*/ 196093 w 195942"/>
                    <a:gd name="connsiteY2" fmla="*/ 196223 h 195942"/>
                    <a:gd name="connsiteX3" fmla="*/ 15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280"/>
                      </a:moveTo>
                      <a:lnTo>
                        <a:pt x="196093" y="280"/>
                      </a:lnTo>
                      <a:lnTo>
                        <a:pt x="196093" y="196223"/>
                      </a:lnTo>
                      <a:lnTo>
                        <a:pt x="15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任意多边形: 形状 36"/>
                <p:cNvSpPr/>
                <p:nvPr/>
              </p:nvSpPr>
              <p:spPr>
                <a:xfrm>
                  <a:off x="3842657" y="1827945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280 h 195942"/>
                    <a:gd name="connsiteX1" fmla="*/ 196123 w 195942"/>
                    <a:gd name="connsiteY1" fmla="*/ 280 h 195942"/>
                    <a:gd name="connsiteX2" fmla="*/ 196123 w 195942"/>
                    <a:gd name="connsiteY2" fmla="*/ 196223 h 195942"/>
                    <a:gd name="connsiteX3" fmla="*/ 18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280"/>
                      </a:moveTo>
                      <a:lnTo>
                        <a:pt x="196123" y="280"/>
                      </a:lnTo>
                      <a:lnTo>
                        <a:pt x="196123" y="196223"/>
                      </a:lnTo>
                      <a:lnTo>
                        <a:pt x="18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4038600" y="1828800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280 h 195942"/>
                    <a:gd name="connsiteX1" fmla="*/ 196153 w 195942"/>
                    <a:gd name="connsiteY1" fmla="*/ 280 h 195942"/>
                    <a:gd name="connsiteX2" fmla="*/ 196153 w 195942"/>
                    <a:gd name="connsiteY2" fmla="*/ 196223 h 195942"/>
                    <a:gd name="connsiteX3" fmla="*/ 21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280"/>
                      </a:moveTo>
                      <a:lnTo>
                        <a:pt x="196153" y="280"/>
                      </a:lnTo>
                      <a:lnTo>
                        <a:pt x="196153" y="196223"/>
                      </a:lnTo>
                      <a:lnTo>
                        <a:pt x="21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>
                <a:xfrm>
                  <a:off x="4234542" y="1828800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280 h 195942"/>
                    <a:gd name="connsiteX1" fmla="*/ 196183 w 195942"/>
                    <a:gd name="connsiteY1" fmla="*/ 280 h 195942"/>
                    <a:gd name="connsiteX2" fmla="*/ 196183 w 195942"/>
                    <a:gd name="connsiteY2" fmla="*/ 196223 h 195942"/>
                    <a:gd name="connsiteX3" fmla="*/ 24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280"/>
                      </a:moveTo>
                      <a:lnTo>
                        <a:pt x="196183" y="280"/>
                      </a:lnTo>
                      <a:lnTo>
                        <a:pt x="196183" y="196223"/>
                      </a:lnTo>
                      <a:lnTo>
                        <a:pt x="24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任意多边形: 形状 39"/>
                <p:cNvSpPr/>
                <p:nvPr/>
              </p:nvSpPr>
              <p:spPr>
                <a:xfrm>
                  <a:off x="4430485" y="1828800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280 h 195942"/>
                    <a:gd name="connsiteX1" fmla="*/ 196213 w 195942"/>
                    <a:gd name="connsiteY1" fmla="*/ 280 h 195942"/>
                    <a:gd name="connsiteX2" fmla="*/ 196213 w 195942"/>
                    <a:gd name="connsiteY2" fmla="*/ 196223 h 195942"/>
                    <a:gd name="connsiteX3" fmla="*/ 27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280"/>
                      </a:moveTo>
                      <a:lnTo>
                        <a:pt x="196213" y="280"/>
                      </a:lnTo>
                      <a:lnTo>
                        <a:pt x="196213" y="196223"/>
                      </a:lnTo>
                      <a:lnTo>
                        <a:pt x="27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图形 5"/>
              <p:cNvGrpSpPr/>
              <p:nvPr/>
            </p:nvGrpSpPr>
            <p:grpSpPr>
              <a:xfrm>
                <a:off x="1900048" y="4026907"/>
                <a:ext cx="1175657" cy="195942"/>
                <a:chOff x="3450771" y="2024742"/>
                <a:chExt cx="1175657" cy="195942"/>
              </a:xfrm>
              <a:solidFill>
                <a:srgbClr val="000000"/>
              </a:solidFill>
            </p:grpSpPr>
            <p:sp>
              <p:nvSpPr>
                <p:cNvPr id="29" name="任意多边形: 形状 28"/>
                <p:cNvSpPr/>
                <p:nvPr/>
              </p:nvSpPr>
              <p:spPr>
                <a:xfrm>
                  <a:off x="3450771" y="2024742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10 h 195942"/>
                    <a:gd name="connsiteX1" fmla="*/ 196063 w 195942"/>
                    <a:gd name="connsiteY1" fmla="*/ 310 h 195942"/>
                    <a:gd name="connsiteX2" fmla="*/ 196063 w 195942"/>
                    <a:gd name="connsiteY2" fmla="*/ 196253 h 195942"/>
                    <a:gd name="connsiteX3" fmla="*/ 12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10"/>
                      </a:moveTo>
                      <a:lnTo>
                        <a:pt x="196063" y="310"/>
                      </a:lnTo>
                      <a:lnTo>
                        <a:pt x="196063" y="196253"/>
                      </a:lnTo>
                      <a:lnTo>
                        <a:pt x="12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任意多边形: 形状 29"/>
                <p:cNvSpPr/>
                <p:nvPr/>
              </p:nvSpPr>
              <p:spPr>
                <a:xfrm>
                  <a:off x="3646714" y="2024742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10 h 195942"/>
                    <a:gd name="connsiteX1" fmla="*/ 196093 w 195942"/>
                    <a:gd name="connsiteY1" fmla="*/ 310 h 195942"/>
                    <a:gd name="connsiteX2" fmla="*/ 196093 w 195942"/>
                    <a:gd name="connsiteY2" fmla="*/ 196253 h 195942"/>
                    <a:gd name="connsiteX3" fmla="*/ 15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10"/>
                      </a:moveTo>
                      <a:lnTo>
                        <a:pt x="196093" y="310"/>
                      </a:lnTo>
                      <a:lnTo>
                        <a:pt x="196093" y="196253"/>
                      </a:lnTo>
                      <a:lnTo>
                        <a:pt x="15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任意多边形: 形状 30"/>
                <p:cNvSpPr/>
                <p:nvPr/>
              </p:nvSpPr>
              <p:spPr>
                <a:xfrm>
                  <a:off x="3842657" y="2024742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10 h 195942"/>
                    <a:gd name="connsiteX1" fmla="*/ 196123 w 195942"/>
                    <a:gd name="connsiteY1" fmla="*/ 310 h 195942"/>
                    <a:gd name="connsiteX2" fmla="*/ 196123 w 195942"/>
                    <a:gd name="connsiteY2" fmla="*/ 196253 h 195942"/>
                    <a:gd name="connsiteX3" fmla="*/ 18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10"/>
                      </a:moveTo>
                      <a:lnTo>
                        <a:pt x="196123" y="310"/>
                      </a:lnTo>
                      <a:lnTo>
                        <a:pt x="196123" y="196253"/>
                      </a:lnTo>
                      <a:lnTo>
                        <a:pt x="18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任意多边形: 形状 31"/>
                <p:cNvSpPr/>
                <p:nvPr/>
              </p:nvSpPr>
              <p:spPr>
                <a:xfrm>
                  <a:off x="4038600" y="2024742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10 h 195942"/>
                    <a:gd name="connsiteX1" fmla="*/ 196153 w 195942"/>
                    <a:gd name="connsiteY1" fmla="*/ 310 h 195942"/>
                    <a:gd name="connsiteX2" fmla="*/ 196153 w 195942"/>
                    <a:gd name="connsiteY2" fmla="*/ 196253 h 195942"/>
                    <a:gd name="connsiteX3" fmla="*/ 21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10"/>
                      </a:moveTo>
                      <a:lnTo>
                        <a:pt x="196153" y="310"/>
                      </a:lnTo>
                      <a:lnTo>
                        <a:pt x="196153" y="196253"/>
                      </a:lnTo>
                      <a:lnTo>
                        <a:pt x="21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4234542" y="2024742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10 h 195942"/>
                    <a:gd name="connsiteX1" fmla="*/ 196183 w 195942"/>
                    <a:gd name="connsiteY1" fmla="*/ 310 h 195942"/>
                    <a:gd name="connsiteX2" fmla="*/ 196183 w 195942"/>
                    <a:gd name="connsiteY2" fmla="*/ 196253 h 195942"/>
                    <a:gd name="connsiteX3" fmla="*/ 24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10"/>
                      </a:moveTo>
                      <a:lnTo>
                        <a:pt x="196183" y="310"/>
                      </a:lnTo>
                      <a:lnTo>
                        <a:pt x="196183" y="196253"/>
                      </a:lnTo>
                      <a:lnTo>
                        <a:pt x="24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任意多边形: 形状 33"/>
                <p:cNvSpPr/>
                <p:nvPr/>
              </p:nvSpPr>
              <p:spPr>
                <a:xfrm>
                  <a:off x="4430485" y="2024742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10 h 195942"/>
                    <a:gd name="connsiteX1" fmla="*/ 196213 w 195942"/>
                    <a:gd name="connsiteY1" fmla="*/ 310 h 195942"/>
                    <a:gd name="connsiteX2" fmla="*/ 196213 w 195942"/>
                    <a:gd name="connsiteY2" fmla="*/ 196253 h 195942"/>
                    <a:gd name="connsiteX3" fmla="*/ 27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10"/>
                      </a:moveTo>
                      <a:lnTo>
                        <a:pt x="196213" y="310"/>
                      </a:lnTo>
                      <a:lnTo>
                        <a:pt x="196213" y="196253"/>
                      </a:lnTo>
                      <a:lnTo>
                        <a:pt x="27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图形 5"/>
              <p:cNvGrpSpPr/>
              <p:nvPr/>
            </p:nvGrpSpPr>
            <p:grpSpPr>
              <a:xfrm>
                <a:off x="1900048" y="4222850"/>
                <a:ext cx="1175657" cy="195942"/>
                <a:chOff x="3450771" y="2220685"/>
                <a:chExt cx="1175657" cy="195942"/>
              </a:xfrm>
              <a:solidFill>
                <a:srgbClr val="000000"/>
              </a:solidFill>
            </p:grpSpPr>
            <p:sp>
              <p:nvSpPr>
                <p:cNvPr id="23" name="任意多边形: 形状 22"/>
                <p:cNvSpPr/>
                <p:nvPr/>
              </p:nvSpPr>
              <p:spPr>
                <a:xfrm>
                  <a:off x="3450771" y="2220685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40 h 195942"/>
                    <a:gd name="connsiteX1" fmla="*/ 196063 w 195942"/>
                    <a:gd name="connsiteY1" fmla="*/ 340 h 195942"/>
                    <a:gd name="connsiteX2" fmla="*/ 196063 w 195942"/>
                    <a:gd name="connsiteY2" fmla="*/ 196283 h 195942"/>
                    <a:gd name="connsiteX3" fmla="*/ 12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40"/>
                      </a:moveTo>
                      <a:lnTo>
                        <a:pt x="196063" y="340"/>
                      </a:lnTo>
                      <a:lnTo>
                        <a:pt x="196063" y="196283"/>
                      </a:lnTo>
                      <a:lnTo>
                        <a:pt x="12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任意多边形: 形状 23"/>
                <p:cNvSpPr/>
                <p:nvPr/>
              </p:nvSpPr>
              <p:spPr>
                <a:xfrm>
                  <a:off x="3646714" y="2220685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40 h 195942"/>
                    <a:gd name="connsiteX1" fmla="*/ 196093 w 195942"/>
                    <a:gd name="connsiteY1" fmla="*/ 340 h 195942"/>
                    <a:gd name="connsiteX2" fmla="*/ 196093 w 195942"/>
                    <a:gd name="connsiteY2" fmla="*/ 196283 h 195942"/>
                    <a:gd name="connsiteX3" fmla="*/ 15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40"/>
                      </a:moveTo>
                      <a:lnTo>
                        <a:pt x="196093" y="340"/>
                      </a:lnTo>
                      <a:lnTo>
                        <a:pt x="196093" y="196283"/>
                      </a:lnTo>
                      <a:lnTo>
                        <a:pt x="15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3842657" y="2220685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40 h 195942"/>
                    <a:gd name="connsiteX1" fmla="*/ 196123 w 195942"/>
                    <a:gd name="connsiteY1" fmla="*/ 340 h 195942"/>
                    <a:gd name="connsiteX2" fmla="*/ 196123 w 195942"/>
                    <a:gd name="connsiteY2" fmla="*/ 196283 h 195942"/>
                    <a:gd name="connsiteX3" fmla="*/ 18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40"/>
                      </a:moveTo>
                      <a:lnTo>
                        <a:pt x="196123" y="340"/>
                      </a:lnTo>
                      <a:lnTo>
                        <a:pt x="196123" y="196283"/>
                      </a:lnTo>
                      <a:lnTo>
                        <a:pt x="18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任意多边形: 形状 25"/>
                <p:cNvSpPr/>
                <p:nvPr/>
              </p:nvSpPr>
              <p:spPr>
                <a:xfrm>
                  <a:off x="4038600" y="2220685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40 h 195942"/>
                    <a:gd name="connsiteX1" fmla="*/ 196153 w 195942"/>
                    <a:gd name="connsiteY1" fmla="*/ 340 h 195942"/>
                    <a:gd name="connsiteX2" fmla="*/ 196153 w 195942"/>
                    <a:gd name="connsiteY2" fmla="*/ 196283 h 195942"/>
                    <a:gd name="connsiteX3" fmla="*/ 21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40"/>
                      </a:moveTo>
                      <a:lnTo>
                        <a:pt x="196153" y="340"/>
                      </a:lnTo>
                      <a:lnTo>
                        <a:pt x="196153" y="196283"/>
                      </a:lnTo>
                      <a:lnTo>
                        <a:pt x="21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任意多边形: 形状 26"/>
                <p:cNvSpPr/>
                <p:nvPr/>
              </p:nvSpPr>
              <p:spPr>
                <a:xfrm>
                  <a:off x="4234542" y="2220685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40 h 195942"/>
                    <a:gd name="connsiteX1" fmla="*/ 196183 w 195942"/>
                    <a:gd name="connsiteY1" fmla="*/ 340 h 195942"/>
                    <a:gd name="connsiteX2" fmla="*/ 196183 w 195942"/>
                    <a:gd name="connsiteY2" fmla="*/ 196283 h 195942"/>
                    <a:gd name="connsiteX3" fmla="*/ 24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40"/>
                      </a:moveTo>
                      <a:lnTo>
                        <a:pt x="196183" y="340"/>
                      </a:lnTo>
                      <a:lnTo>
                        <a:pt x="196183" y="196283"/>
                      </a:lnTo>
                      <a:lnTo>
                        <a:pt x="24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任意多边形: 形状 27"/>
                <p:cNvSpPr/>
                <p:nvPr/>
              </p:nvSpPr>
              <p:spPr>
                <a:xfrm>
                  <a:off x="4430485" y="2220685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40 h 195942"/>
                    <a:gd name="connsiteX1" fmla="*/ 196213 w 195942"/>
                    <a:gd name="connsiteY1" fmla="*/ 340 h 195942"/>
                    <a:gd name="connsiteX2" fmla="*/ 196213 w 195942"/>
                    <a:gd name="connsiteY2" fmla="*/ 196283 h 195942"/>
                    <a:gd name="connsiteX3" fmla="*/ 27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40"/>
                      </a:moveTo>
                      <a:lnTo>
                        <a:pt x="196213" y="340"/>
                      </a:lnTo>
                      <a:lnTo>
                        <a:pt x="196213" y="196283"/>
                      </a:lnTo>
                      <a:lnTo>
                        <a:pt x="27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图形 5"/>
              <p:cNvGrpSpPr/>
              <p:nvPr/>
            </p:nvGrpSpPr>
            <p:grpSpPr>
              <a:xfrm>
                <a:off x="1900048" y="4418793"/>
                <a:ext cx="1175657" cy="195942"/>
                <a:chOff x="3450771" y="2416628"/>
                <a:chExt cx="1175657" cy="195942"/>
              </a:xfrm>
              <a:solidFill>
                <a:srgbClr val="000000"/>
              </a:solidFill>
            </p:grpSpPr>
            <p:sp>
              <p:nvSpPr>
                <p:cNvPr id="17" name="任意多边形: 形状 16"/>
                <p:cNvSpPr/>
                <p:nvPr/>
              </p:nvSpPr>
              <p:spPr>
                <a:xfrm>
                  <a:off x="3450771" y="2416628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70 h 195942"/>
                    <a:gd name="connsiteX1" fmla="*/ 196063 w 195942"/>
                    <a:gd name="connsiteY1" fmla="*/ 370 h 195942"/>
                    <a:gd name="connsiteX2" fmla="*/ 196063 w 195942"/>
                    <a:gd name="connsiteY2" fmla="*/ 196313 h 195942"/>
                    <a:gd name="connsiteX3" fmla="*/ 12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70"/>
                      </a:moveTo>
                      <a:lnTo>
                        <a:pt x="196063" y="370"/>
                      </a:lnTo>
                      <a:lnTo>
                        <a:pt x="196063" y="196313"/>
                      </a:lnTo>
                      <a:lnTo>
                        <a:pt x="12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>
                <a:xfrm>
                  <a:off x="3646714" y="2416628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70 h 195942"/>
                    <a:gd name="connsiteX1" fmla="*/ 196093 w 195942"/>
                    <a:gd name="connsiteY1" fmla="*/ 370 h 195942"/>
                    <a:gd name="connsiteX2" fmla="*/ 196093 w 195942"/>
                    <a:gd name="connsiteY2" fmla="*/ 196313 h 195942"/>
                    <a:gd name="connsiteX3" fmla="*/ 15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70"/>
                      </a:moveTo>
                      <a:lnTo>
                        <a:pt x="196093" y="370"/>
                      </a:lnTo>
                      <a:lnTo>
                        <a:pt x="196093" y="196313"/>
                      </a:lnTo>
                      <a:lnTo>
                        <a:pt x="15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3842657" y="2416628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70 h 195942"/>
                    <a:gd name="connsiteX1" fmla="*/ 196123 w 195942"/>
                    <a:gd name="connsiteY1" fmla="*/ 370 h 195942"/>
                    <a:gd name="connsiteX2" fmla="*/ 196123 w 195942"/>
                    <a:gd name="connsiteY2" fmla="*/ 196313 h 195942"/>
                    <a:gd name="connsiteX3" fmla="*/ 18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70"/>
                      </a:moveTo>
                      <a:lnTo>
                        <a:pt x="196123" y="370"/>
                      </a:lnTo>
                      <a:lnTo>
                        <a:pt x="196123" y="196313"/>
                      </a:lnTo>
                      <a:lnTo>
                        <a:pt x="18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任意多边形: 形状 19"/>
                <p:cNvSpPr/>
                <p:nvPr/>
              </p:nvSpPr>
              <p:spPr>
                <a:xfrm>
                  <a:off x="4038600" y="2416628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70 h 195942"/>
                    <a:gd name="connsiteX1" fmla="*/ 196153 w 195942"/>
                    <a:gd name="connsiteY1" fmla="*/ 370 h 195942"/>
                    <a:gd name="connsiteX2" fmla="*/ 196153 w 195942"/>
                    <a:gd name="connsiteY2" fmla="*/ 196313 h 195942"/>
                    <a:gd name="connsiteX3" fmla="*/ 21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70"/>
                      </a:moveTo>
                      <a:lnTo>
                        <a:pt x="196153" y="370"/>
                      </a:lnTo>
                      <a:lnTo>
                        <a:pt x="196153" y="196313"/>
                      </a:lnTo>
                      <a:lnTo>
                        <a:pt x="21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4234542" y="2416628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70 h 195942"/>
                    <a:gd name="connsiteX1" fmla="*/ 196183 w 195942"/>
                    <a:gd name="connsiteY1" fmla="*/ 370 h 195942"/>
                    <a:gd name="connsiteX2" fmla="*/ 196183 w 195942"/>
                    <a:gd name="connsiteY2" fmla="*/ 196313 h 195942"/>
                    <a:gd name="connsiteX3" fmla="*/ 24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70"/>
                      </a:moveTo>
                      <a:lnTo>
                        <a:pt x="196183" y="370"/>
                      </a:lnTo>
                      <a:lnTo>
                        <a:pt x="196183" y="196313"/>
                      </a:lnTo>
                      <a:lnTo>
                        <a:pt x="24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4430485" y="2416628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70 h 195942"/>
                    <a:gd name="connsiteX1" fmla="*/ 196213 w 195942"/>
                    <a:gd name="connsiteY1" fmla="*/ 370 h 195942"/>
                    <a:gd name="connsiteX2" fmla="*/ 196213 w 195942"/>
                    <a:gd name="connsiteY2" fmla="*/ 196313 h 195942"/>
                    <a:gd name="connsiteX3" fmla="*/ 27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70"/>
                      </a:moveTo>
                      <a:lnTo>
                        <a:pt x="196213" y="370"/>
                      </a:lnTo>
                      <a:lnTo>
                        <a:pt x="196213" y="196313"/>
                      </a:lnTo>
                      <a:lnTo>
                        <a:pt x="27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264" name="直接箭头连接符 263"/>
            <p:cNvCxnSpPr/>
            <p:nvPr/>
          </p:nvCxnSpPr>
          <p:spPr>
            <a:xfrm flipV="1">
              <a:off x="1724606" y="2715417"/>
              <a:ext cx="2303530" cy="464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65" name="文本框 264"/>
            <p:cNvSpPr txBox="1"/>
            <p:nvPr/>
          </p:nvSpPr>
          <p:spPr>
            <a:xfrm>
              <a:off x="1793458" y="2289384"/>
              <a:ext cx="2248869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Self attention 1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7" name="图形 5"/>
            <p:cNvGrpSpPr/>
            <p:nvPr/>
          </p:nvGrpSpPr>
          <p:grpSpPr>
            <a:xfrm>
              <a:off x="4169300" y="2235758"/>
              <a:ext cx="739560" cy="845916"/>
              <a:chOff x="7238999" y="5127171"/>
              <a:chExt cx="783771" cy="979713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268" name="图形 5"/>
              <p:cNvGrpSpPr/>
              <p:nvPr/>
            </p:nvGrpSpPr>
            <p:grpSpPr>
              <a:xfrm>
                <a:off x="7238999" y="5127171"/>
                <a:ext cx="783771" cy="252506"/>
                <a:chOff x="7238999" y="5127171"/>
                <a:chExt cx="783771" cy="252506"/>
              </a:xfrm>
              <a:grpFill/>
            </p:grpSpPr>
            <p:sp>
              <p:nvSpPr>
                <p:cNvPr id="289" name="任意多边形: 形状 288"/>
                <p:cNvSpPr/>
                <p:nvPr/>
              </p:nvSpPr>
              <p:spPr>
                <a:xfrm>
                  <a:off x="7238999" y="5127171"/>
                  <a:ext cx="234609" cy="252506"/>
                </a:xfrm>
                <a:custGeom>
                  <a:avLst/>
                  <a:gdLst>
                    <a:gd name="connsiteX0" fmla="*/ 700 w 195942"/>
                    <a:gd name="connsiteY0" fmla="*/ 785 h 195942"/>
                    <a:gd name="connsiteX1" fmla="*/ 196643 w 195942"/>
                    <a:gd name="connsiteY1" fmla="*/ 785 h 195942"/>
                    <a:gd name="connsiteX2" fmla="*/ 196643 w 195942"/>
                    <a:gd name="connsiteY2" fmla="*/ 196728 h 195942"/>
                    <a:gd name="connsiteX3" fmla="*/ 70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85"/>
                      </a:moveTo>
                      <a:lnTo>
                        <a:pt x="196643" y="785"/>
                      </a:lnTo>
                      <a:lnTo>
                        <a:pt x="196643" y="196728"/>
                      </a:lnTo>
                      <a:lnTo>
                        <a:pt x="70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0" name="任意多边形: 形状 289"/>
                <p:cNvSpPr/>
                <p:nvPr/>
              </p:nvSpPr>
              <p:spPr>
                <a:xfrm>
                  <a:off x="7434942" y="51271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85 h 195942"/>
                    <a:gd name="connsiteX1" fmla="*/ 196673 w 195942"/>
                    <a:gd name="connsiteY1" fmla="*/ 785 h 195942"/>
                    <a:gd name="connsiteX2" fmla="*/ 196673 w 195942"/>
                    <a:gd name="connsiteY2" fmla="*/ 196728 h 195942"/>
                    <a:gd name="connsiteX3" fmla="*/ 73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85"/>
                      </a:moveTo>
                      <a:lnTo>
                        <a:pt x="196673" y="785"/>
                      </a:lnTo>
                      <a:lnTo>
                        <a:pt x="196673" y="196728"/>
                      </a:lnTo>
                      <a:lnTo>
                        <a:pt x="73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1" name="任意多边形: 形状 290"/>
                <p:cNvSpPr/>
                <p:nvPr/>
              </p:nvSpPr>
              <p:spPr>
                <a:xfrm>
                  <a:off x="7630885" y="51271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85 h 195942"/>
                    <a:gd name="connsiteX1" fmla="*/ 196703 w 195942"/>
                    <a:gd name="connsiteY1" fmla="*/ 785 h 195942"/>
                    <a:gd name="connsiteX2" fmla="*/ 196703 w 195942"/>
                    <a:gd name="connsiteY2" fmla="*/ 196728 h 195942"/>
                    <a:gd name="connsiteX3" fmla="*/ 76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85"/>
                      </a:moveTo>
                      <a:lnTo>
                        <a:pt x="196703" y="785"/>
                      </a:lnTo>
                      <a:lnTo>
                        <a:pt x="196703" y="196728"/>
                      </a:lnTo>
                      <a:lnTo>
                        <a:pt x="76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2" name="任意多边形: 形状 291"/>
                <p:cNvSpPr/>
                <p:nvPr/>
              </p:nvSpPr>
              <p:spPr>
                <a:xfrm>
                  <a:off x="7826828" y="51271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85 h 195942"/>
                    <a:gd name="connsiteX1" fmla="*/ 196733 w 195942"/>
                    <a:gd name="connsiteY1" fmla="*/ 785 h 195942"/>
                    <a:gd name="connsiteX2" fmla="*/ 196733 w 195942"/>
                    <a:gd name="connsiteY2" fmla="*/ 196728 h 195942"/>
                    <a:gd name="connsiteX3" fmla="*/ 79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85"/>
                      </a:moveTo>
                      <a:lnTo>
                        <a:pt x="196733" y="785"/>
                      </a:lnTo>
                      <a:lnTo>
                        <a:pt x="196733" y="196728"/>
                      </a:lnTo>
                      <a:lnTo>
                        <a:pt x="79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9" name="图形 5"/>
              <p:cNvGrpSpPr/>
              <p:nvPr/>
            </p:nvGrpSpPr>
            <p:grpSpPr>
              <a:xfrm>
                <a:off x="7239000" y="5323114"/>
                <a:ext cx="783770" cy="195942"/>
                <a:chOff x="7239000" y="5323114"/>
                <a:chExt cx="783770" cy="195942"/>
              </a:xfrm>
              <a:grpFill/>
            </p:grpSpPr>
            <p:sp>
              <p:nvSpPr>
                <p:cNvPr id="285" name="任意多边形: 形状 284"/>
                <p:cNvSpPr/>
                <p:nvPr/>
              </p:nvSpPr>
              <p:spPr>
                <a:xfrm>
                  <a:off x="7239000" y="5323114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15 h 195942"/>
                    <a:gd name="connsiteX1" fmla="*/ 196643 w 195942"/>
                    <a:gd name="connsiteY1" fmla="*/ 815 h 195942"/>
                    <a:gd name="connsiteX2" fmla="*/ 196643 w 195942"/>
                    <a:gd name="connsiteY2" fmla="*/ 196758 h 195942"/>
                    <a:gd name="connsiteX3" fmla="*/ 70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15"/>
                      </a:moveTo>
                      <a:lnTo>
                        <a:pt x="196643" y="815"/>
                      </a:lnTo>
                      <a:lnTo>
                        <a:pt x="196643" y="196758"/>
                      </a:lnTo>
                      <a:lnTo>
                        <a:pt x="70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6" name="任意多边形: 形状 285"/>
                <p:cNvSpPr/>
                <p:nvPr/>
              </p:nvSpPr>
              <p:spPr>
                <a:xfrm>
                  <a:off x="7434942" y="5323114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15 h 195942"/>
                    <a:gd name="connsiteX1" fmla="*/ 196673 w 195942"/>
                    <a:gd name="connsiteY1" fmla="*/ 815 h 195942"/>
                    <a:gd name="connsiteX2" fmla="*/ 196673 w 195942"/>
                    <a:gd name="connsiteY2" fmla="*/ 196758 h 195942"/>
                    <a:gd name="connsiteX3" fmla="*/ 73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15"/>
                      </a:moveTo>
                      <a:lnTo>
                        <a:pt x="196673" y="815"/>
                      </a:lnTo>
                      <a:lnTo>
                        <a:pt x="196673" y="196758"/>
                      </a:lnTo>
                      <a:lnTo>
                        <a:pt x="73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7" name="任意多边形: 形状 286"/>
                <p:cNvSpPr/>
                <p:nvPr/>
              </p:nvSpPr>
              <p:spPr>
                <a:xfrm>
                  <a:off x="7630885" y="5323114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15 h 195942"/>
                    <a:gd name="connsiteX1" fmla="*/ 196703 w 195942"/>
                    <a:gd name="connsiteY1" fmla="*/ 815 h 195942"/>
                    <a:gd name="connsiteX2" fmla="*/ 196703 w 195942"/>
                    <a:gd name="connsiteY2" fmla="*/ 196758 h 195942"/>
                    <a:gd name="connsiteX3" fmla="*/ 76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15"/>
                      </a:moveTo>
                      <a:lnTo>
                        <a:pt x="196703" y="815"/>
                      </a:lnTo>
                      <a:lnTo>
                        <a:pt x="196703" y="196758"/>
                      </a:lnTo>
                      <a:lnTo>
                        <a:pt x="76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8" name="任意多边形: 形状 287"/>
                <p:cNvSpPr/>
                <p:nvPr/>
              </p:nvSpPr>
              <p:spPr>
                <a:xfrm>
                  <a:off x="7826828" y="5323114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15 h 195942"/>
                    <a:gd name="connsiteX1" fmla="*/ 196733 w 195942"/>
                    <a:gd name="connsiteY1" fmla="*/ 815 h 195942"/>
                    <a:gd name="connsiteX2" fmla="*/ 196733 w 195942"/>
                    <a:gd name="connsiteY2" fmla="*/ 196758 h 195942"/>
                    <a:gd name="connsiteX3" fmla="*/ 79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15"/>
                      </a:moveTo>
                      <a:lnTo>
                        <a:pt x="196733" y="815"/>
                      </a:lnTo>
                      <a:lnTo>
                        <a:pt x="196733" y="196758"/>
                      </a:lnTo>
                      <a:lnTo>
                        <a:pt x="79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0" name="图形 5"/>
              <p:cNvGrpSpPr/>
              <p:nvPr/>
            </p:nvGrpSpPr>
            <p:grpSpPr>
              <a:xfrm>
                <a:off x="7239000" y="5519057"/>
                <a:ext cx="783770" cy="195942"/>
                <a:chOff x="7239000" y="5519057"/>
                <a:chExt cx="783770" cy="195942"/>
              </a:xfrm>
              <a:grpFill/>
            </p:grpSpPr>
            <p:sp>
              <p:nvSpPr>
                <p:cNvPr id="281" name="任意多边形: 形状 280"/>
                <p:cNvSpPr/>
                <p:nvPr/>
              </p:nvSpPr>
              <p:spPr>
                <a:xfrm>
                  <a:off x="7239000" y="5519057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45 h 195942"/>
                    <a:gd name="connsiteX1" fmla="*/ 196643 w 195942"/>
                    <a:gd name="connsiteY1" fmla="*/ 845 h 195942"/>
                    <a:gd name="connsiteX2" fmla="*/ 196643 w 195942"/>
                    <a:gd name="connsiteY2" fmla="*/ 196788 h 195942"/>
                    <a:gd name="connsiteX3" fmla="*/ 70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45"/>
                      </a:moveTo>
                      <a:lnTo>
                        <a:pt x="196643" y="845"/>
                      </a:lnTo>
                      <a:lnTo>
                        <a:pt x="196643" y="196788"/>
                      </a:lnTo>
                      <a:lnTo>
                        <a:pt x="70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2" name="任意多边形: 形状 281"/>
                <p:cNvSpPr/>
                <p:nvPr/>
              </p:nvSpPr>
              <p:spPr>
                <a:xfrm>
                  <a:off x="7434942" y="5519057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45 h 195942"/>
                    <a:gd name="connsiteX1" fmla="*/ 196673 w 195942"/>
                    <a:gd name="connsiteY1" fmla="*/ 845 h 195942"/>
                    <a:gd name="connsiteX2" fmla="*/ 196673 w 195942"/>
                    <a:gd name="connsiteY2" fmla="*/ 196788 h 195942"/>
                    <a:gd name="connsiteX3" fmla="*/ 73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45"/>
                      </a:moveTo>
                      <a:lnTo>
                        <a:pt x="196673" y="845"/>
                      </a:lnTo>
                      <a:lnTo>
                        <a:pt x="196673" y="196788"/>
                      </a:lnTo>
                      <a:lnTo>
                        <a:pt x="73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3" name="任意多边形: 形状 282"/>
                <p:cNvSpPr/>
                <p:nvPr/>
              </p:nvSpPr>
              <p:spPr>
                <a:xfrm>
                  <a:off x="7630885" y="5519057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45 h 195942"/>
                    <a:gd name="connsiteX1" fmla="*/ 196703 w 195942"/>
                    <a:gd name="connsiteY1" fmla="*/ 845 h 195942"/>
                    <a:gd name="connsiteX2" fmla="*/ 196703 w 195942"/>
                    <a:gd name="connsiteY2" fmla="*/ 196788 h 195942"/>
                    <a:gd name="connsiteX3" fmla="*/ 76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45"/>
                      </a:moveTo>
                      <a:lnTo>
                        <a:pt x="196703" y="845"/>
                      </a:lnTo>
                      <a:lnTo>
                        <a:pt x="196703" y="196788"/>
                      </a:lnTo>
                      <a:lnTo>
                        <a:pt x="76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4" name="任意多边形: 形状 283"/>
                <p:cNvSpPr/>
                <p:nvPr/>
              </p:nvSpPr>
              <p:spPr>
                <a:xfrm>
                  <a:off x="7826828" y="5519057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45 h 195942"/>
                    <a:gd name="connsiteX1" fmla="*/ 196733 w 195942"/>
                    <a:gd name="connsiteY1" fmla="*/ 845 h 195942"/>
                    <a:gd name="connsiteX2" fmla="*/ 196733 w 195942"/>
                    <a:gd name="connsiteY2" fmla="*/ 196788 h 195942"/>
                    <a:gd name="connsiteX3" fmla="*/ 79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45"/>
                      </a:moveTo>
                      <a:lnTo>
                        <a:pt x="196733" y="845"/>
                      </a:lnTo>
                      <a:lnTo>
                        <a:pt x="196733" y="196788"/>
                      </a:lnTo>
                      <a:lnTo>
                        <a:pt x="79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1" name="图形 5"/>
              <p:cNvGrpSpPr/>
              <p:nvPr/>
            </p:nvGrpSpPr>
            <p:grpSpPr>
              <a:xfrm>
                <a:off x="7239000" y="5715000"/>
                <a:ext cx="783770" cy="195942"/>
                <a:chOff x="7239000" y="5715000"/>
                <a:chExt cx="783770" cy="195942"/>
              </a:xfrm>
              <a:grpFill/>
            </p:grpSpPr>
            <p:sp>
              <p:nvSpPr>
                <p:cNvPr id="277" name="任意多边形: 形状 276"/>
                <p:cNvSpPr/>
                <p:nvPr/>
              </p:nvSpPr>
              <p:spPr>
                <a:xfrm>
                  <a:off x="7239000" y="57150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75 h 195942"/>
                    <a:gd name="connsiteX1" fmla="*/ 196643 w 195942"/>
                    <a:gd name="connsiteY1" fmla="*/ 875 h 195942"/>
                    <a:gd name="connsiteX2" fmla="*/ 196643 w 195942"/>
                    <a:gd name="connsiteY2" fmla="*/ 196818 h 195942"/>
                    <a:gd name="connsiteX3" fmla="*/ 70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75"/>
                      </a:moveTo>
                      <a:lnTo>
                        <a:pt x="196643" y="875"/>
                      </a:lnTo>
                      <a:lnTo>
                        <a:pt x="196643" y="196818"/>
                      </a:lnTo>
                      <a:lnTo>
                        <a:pt x="70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8" name="任意多边形: 形状 277"/>
                <p:cNvSpPr/>
                <p:nvPr/>
              </p:nvSpPr>
              <p:spPr>
                <a:xfrm>
                  <a:off x="7434942" y="57150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75 h 195942"/>
                    <a:gd name="connsiteX1" fmla="*/ 196673 w 195942"/>
                    <a:gd name="connsiteY1" fmla="*/ 875 h 195942"/>
                    <a:gd name="connsiteX2" fmla="*/ 196673 w 195942"/>
                    <a:gd name="connsiteY2" fmla="*/ 196818 h 195942"/>
                    <a:gd name="connsiteX3" fmla="*/ 73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75"/>
                      </a:moveTo>
                      <a:lnTo>
                        <a:pt x="196673" y="875"/>
                      </a:lnTo>
                      <a:lnTo>
                        <a:pt x="196673" y="196818"/>
                      </a:lnTo>
                      <a:lnTo>
                        <a:pt x="73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9" name="任意多边形: 形状 278"/>
                <p:cNvSpPr/>
                <p:nvPr/>
              </p:nvSpPr>
              <p:spPr>
                <a:xfrm>
                  <a:off x="7630885" y="57150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75 h 195942"/>
                    <a:gd name="connsiteX1" fmla="*/ 196703 w 195942"/>
                    <a:gd name="connsiteY1" fmla="*/ 875 h 195942"/>
                    <a:gd name="connsiteX2" fmla="*/ 196703 w 195942"/>
                    <a:gd name="connsiteY2" fmla="*/ 196818 h 195942"/>
                    <a:gd name="connsiteX3" fmla="*/ 76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75"/>
                      </a:moveTo>
                      <a:lnTo>
                        <a:pt x="196703" y="875"/>
                      </a:lnTo>
                      <a:lnTo>
                        <a:pt x="196703" y="196818"/>
                      </a:lnTo>
                      <a:lnTo>
                        <a:pt x="76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0" name="任意多边形: 形状 279"/>
                <p:cNvSpPr/>
                <p:nvPr/>
              </p:nvSpPr>
              <p:spPr>
                <a:xfrm>
                  <a:off x="7826828" y="57150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75 h 195942"/>
                    <a:gd name="connsiteX1" fmla="*/ 196733 w 195942"/>
                    <a:gd name="connsiteY1" fmla="*/ 875 h 195942"/>
                    <a:gd name="connsiteX2" fmla="*/ 196733 w 195942"/>
                    <a:gd name="connsiteY2" fmla="*/ 196818 h 195942"/>
                    <a:gd name="connsiteX3" fmla="*/ 79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75"/>
                      </a:moveTo>
                      <a:lnTo>
                        <a:pt x="196733" y="875"/>
                      </a:lnTo>
                      <a:lnTo>
                        <a:pt x="196733" y="196818"/>
                      </a:lnTo>
                      <a:lnTo>
                        <a:pt x="79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2" name="图形 5"/>
              <p:cNvGrpSpPr/>
              <p:nvPr/>
            </p:nvGrpSpPr>
            <p:grpSpPr>
              <a:xfrm>
                <a:off x="7239000" y="5910942"/>
                <a:ext cx="783770" cy="195942"/>
                <a:chOff x="7239000" y="5910942"/>
                <a:chExt cx="783770" cy="195942"/>
              </a:xfrm>
              <a:grpFill/>
            </p:grpSpPr>
            <p:sp>
              <p:nvSpPr>
                <p:cNvPr id="273" name="任意多边形: 形状 272"/>
                <p:cNvSpPr/>
                <p:nvPr/>
              </p:nvSpPr>
              <p:spPr>
                <a:xfrm>
                  <a:off x="7239000" y="59109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905 h 195942"/>
                    <a:gd name="connsiteX1" fmla="*/ 196643 w 195942"/>
                    <a:gd name="connsiteY1" fmla="*/ 905 h 195942"/>
                    <a:gd name="connsiteX2" fmla="*/ 196643 w 195942"/>
                    <a:gd name="connsiteY2" fmla="*/ 196848 h 195942"/>
                    <a:gd name="connsiteX3" fmla="*/ 70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905"/>
                      </a:moveTo>
                      <a:lnTo>
                        <a:pt x="196643" y="905"/>
                      </a:lnTo>
                      <a:lnTo>
                        <a:pt x="196643" y="196848"/>
                      </a:lnTo>
                      <a:lnTo>
                        <a:pt x="70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4" name="任意多边形: 形状 273"/>
                <p:cNvSpPr/>
                <p:nvPr/>
              </p:nvSpPr>
              <p:spPr>
                <a:xfrm>
                  <a:off x="7434942" y="59109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905 h 195942"/>
                    <a:gd name="connsiteX1" fmla="*/ 196673 w 195942"/>
                    <a:gd name="connsiteY1" fmla="*/ 905 h 195942"/>
                    <a:gd name="connsiteX2" fmla="*/ 196673 w 195942"/>
                    <a:gd name="connsiteY2" fmla="*/ 196848 h 195942"/>
                    <a:gd name="connsiteX3" fmla="*/ 73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905"/>
                      </a:moveTo>
                      <a:lnTo>
                        <a:pt x="196673" y="905"/>
                      </a:lnTo>
                      <a:lnTo>
                        <a:pt x="196673" y="196848"/>
                      </a:lnTo>
                      <a:lnTo>
                        <a:pt x="73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5" name="任意多边形: 形状 274"/>
                <p:cNvSpPr/>
                <p:nvPr/>
              </p:nvSpPr>
              <p:spPr>
                <a:xfrm>
                  <a:off x="7630885" y="59109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905 h 195942"/>
                    <a:gd name="connsiteX1" fmla="*/ 196703 w 195942"/>
                    <a:gd name="connsiteY1" fmla="*/ 905 h 195942"/>
                    <a:gd name="connsiteX2" fmla="*/ 196703 w 195942"/>
                    <a:gd name="connsiteY2" fmla="*/ 196848 h 195942"/>
                    <a:gd name="connsiteX3" fmla="*/ 76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905"/>
                      </a:moveTo>
                      <a:lnTo>
                        <a:pt x="196703" y="905"/>
                      </a:lnTo>
                      <a:lnTo>
                        <a:pt x="196703" y="196848"/>
                      </a:lnTo>
                      <a:lnTo>
                        <a:pt x="76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6" name="任意多边形: 形状 275"/>
                <p:cNvSpPr/>
                <p:nvPr/>
              </p:nvSpPr>
              <p:spPr>
                <a:xfrm>
                  <a:off x="7826828" y="59109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905 h 195942"/>
                    <a:gd name="connsiteX1" fmla="*/ 196733 w 195942"/>
                    <a:gd name="connsiteY1" fmla="*/ 905 h 195942"/>
                    <a:gd name="connsiteX2" fmla="*/ 196733 w 195942"/>
                    <a:gd name="connsiteY2" fmla="*/ 196848 h 195942"/>
                    <a:gd name="connsiteX3" fmla="*/ 79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905"/>
                      </a:moveTo>
                      <a:lnTo>
                        <a:pt x="196733" y="905"/>
                      </a:lnTo>
                      <a:lnTo>
                        <a:pt x="196733" y="196848"/>
                      </a:lnTo>
                      <a:lnTo>
                        <a:pt x="79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95" name="组合 294"/>
          <p:cNvGrpSpPr/>
          <p:nvPr/>
        </p:nvGrpSpPr>
        <p:grpSpPr>
          <a:xfrm>
            <a:off x="126622" y="2996105"/>
            <a:ext cx="4030223" cy="868659"/>
            <a:chOff x="878637" y="2235758"/>
            <a:chExt cx="4030223" cy="868659"/>
          </a:xfrm>
        </p:grpSpPr>
        <p:grpSp>
          <p:nvGrpSpPr>
            <p:cNvPr id="296" name="组合 295"/>
            <p:cNvGrpSpPr/>
            <p:nvPr/>
          </p:nvGrpSpPr>
          <p:grpSpPr>
            <a:xfrm>
              <a:off x="878637" y="2326419"/>
              <a:ext cx="766417" cy="777998"/>
              <a:chOff x="1900048" y="3635022"/>
              <a:chExt cx="1175657" cy="979713"/>
            </a:xfrm>
          </p:grpSpPr>
          <p:grpSp>
            <p:nvGrpSpPr>
              <p:cNvPr id="325" name="图形 5"/>
              <p:cNvGrpSpPr/>
              <p:nvPr/>
            </p:nvGrpSpPr>
            <p:grpSpPr>
              <a:xfrm>
                <a:off x="1900048" y="3635022"/>
                <a:ext cx="1175656" cy="195942"/>
                <a:chOff x="3450771" y="1632857"/>
                <a:chExt cx="1175656" cy="195942"/>
              </a:xfrm>
              <a:solidFill>
                <a:schemeClr val="accent6">
                  <a:lumMod val="50000"/>
                </a:schemeClr>
              </a:solidFill>
            </p:grpSpPr>
            <p:sp>
              <p:nvSpPr>
                <p:cNvPr id="354" name="任意多边形: 形状 353"/>
                <p:cNvSpPr/>
                <p:nvPr/>
              </p:nvSpPr>
              <p:spPr>
                <a:xfrm>
                  <a:off x="3450771" y="1632857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250 h 195942"/>
                    <a:gd name="connsiteX1" fmla="*/ 196063 w 195942"/>
                    <a:gd name="connsiteY1" fmla="*/ 250 h 195942"/>
                    <a:gd name="connsiteX2" fmla="*/ 196063 w 195942"/>
                    <a:gd name="connsiteY2" fmla="*/ 196193 h 195942"/>
                    <a:gd name="connsiteX3" fmla="*/ 12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250"/>
                      </a:moveTo>
                      <a:lnTo>
                        <a:pt x="196063" y="250"/>
                      </a:lnTo>
                      <a:lnTo>
                        <a:pt x="196063" y="196193"/>
                      </a:lnTo>
                      <a:lnTo>
                        <a:pt x="12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5" name="任意多边形: 形状 354"/>
                <p:cNvSpPr/>
                <p:nvPr/>
              </p:nvSpPr>
              <p:spPr>
                <a:xfrm>
                  <a:off x="3646714" y="1632857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250 h 195942"/>
                    <a:gd name="connsiteX1" fmla="*/ 196093 w 195942"/>
                    <a:gd name="connsiteY1" fmla="*/ 250 h 195942"/>
                    <a:gd name="connsiteX2" fmla="*/ 196093 w 195942"/>
                    <a:gd name="connsiteY2" fmla="*/ 196193 h 195942"/>
                    <a:gd name="connsiteX3" fmla="*/ 15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250"/>
                      </a:moveTo>
                      <a:lnTo>
                        <a:pt x="196093" y="250"/>
                      </a:lnTo>
                      <a:lnTo>
                        <a:pt x="196093" y="196193"/>
                      </a:lnTo>
                      <a:lnTo>
                        <a:pt x="15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6" name="任意多边形: 形状 355"/>
                <p:cNvSpPr/>
                <p:nvPr/>
              </p:nvSpPr>
              <p:spPr>
                <a:xfrm>
                  <a:off x="3842657" y="1632857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250 h 195942"/>
                    <a:gd name="connsiteX1" fmla="*/ 196123 w 195942"/>
                    <a:gd name="connsiteY1" fmla="*/ 250 h 195942"/>
                    <a:gd name="connsiteX2" fmla="*/ 196123 w 195942"/>
                    <a:gd name="connsiteY2" fmla="*/ 196193 h 195942"/>
                    <a:gd name="connsiteX3" fmla="*/ 18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250"/>
                      </a:moveTo>
                      <a:lnTo>
                        <a:pt x="196123" y="250"/>
                      </a:lnTo>
                      <a:lnTo>
                        <a:pt x="196123" y="196193"/>
                      </a:lnTo>
                      <a:lnTo>
                        <a:pt x="18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7" name="任意多边形: 形状 356"/>
                <p:cNvSpPr/>
                <p:nvPr/>
              </p:nvSpPr>
              <p:spPr>
                <a:xfrm>
                  <a:off x="4038600" y="1632857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250 h 195942"/>
                    <a:gd name="connsiteX1" fmla="*/ 196153 w 195942"/>
                    <a:gd name="connsiteY1" fmla="*/ 250 h 195942"/>
                    <a:gd name="connsiteX2" fmla="*/ 196153 w 195942"/>
                    <a:gd name="connsiteY2" fmla="*/ 196193 h 195942"/>
                    <a:gd name="connsiteX3" fmla="*/ 21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250"/>
                      </a:moveTo>
                      <a:lnTo>
                        <a:pt x="196153" y="250"/>
                      </a:lnTo>
                      <a:lnTo>
                        <a:pt x="196153" y="196193"/>
                      </a:lnTo>
                      <a:lnTo>
                        <a:pt x="21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8" name="任意多边形: 形状 357"/>
                <p:cNvSpPr/>
                <p:nvPr/>
              </p:nvSpPr>
              <p:spPr>
                <a:xfrm>
                  <a:off x="4234542" y="1632857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250 h 195942"/>
                    <a:gd name="connsiteX1" fmla="*/ 196183 w 195942"/>
                    <a:gd name="connsiteY1" fmla="*/ 250 h 195942"/>
                    <a:gd name="connsiteX2" fmla="*/ 196183 w 195942"/>
                    <a:gd name="connsiteY2" fmla="*/ 196193 h 195942"/>
                    <a:gd name="connsiteX3" fmla="*/ 24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250"/>
                      </a:moveTo>
                      <a:lnTo>
                        <a:pt x="196183" y="250"/>
                      </a:lnTo>
                      <a:lnTo>
                        <a:pt x="196183" y="196193"/>
                      </a:lnTo>
                      <a:lnTo>
                        <a:pt x="24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9" name="任意多边形: 形状 358"/>
                <p:cNvSpPr/>
                <p:nvPr/>
              </p:nvSpPr>
              <p:spPr>
                <a:xfrm>
                  <a:off x="4430485" y="1632857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250 h 195942"/>
                    <a:gd name="connsiteX1" fmla="*/ 196213 w 195942"/>
                    <a:gd name="connsiteY1" fmla="*/ 250 h 195942"/>
                    <a:gd name="connsiteX2" fmla="*/ 196213 w 195942"/>
                    <a:gd name="connsiteY2" fmla="*/ 196193 h 195942"/>
                    <a:gd name="connsiteX3" fmla="*/ 27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250"/>
                      </a:moveTo>
                      <a:lnTo>
                        <a:pt x="196213" y="250"/>
                      </a:lnTo>
                      <a:lnTo>
                        <a:pt x="196213" y="196193"/>
                      </a:lnTo>
                      <a:lnTo>
                        <a:pt x="27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6" name="图形 5"/>
              <p:cNvGrpSpPr/>
              <p:nvPr/>
            </p:nvGrpSpPr>
            <p:grpSpPr>
              <a:xfrm>
                <a:off x="1900048" y="3830110"/>
                <a:ext cx="1175656" cy="196797"/>
                <a:chOff x="3450771" y="1827945"/>
                <a:chExt cx="1175656" cy="196797"/>
              </a:xfrm>
              <a:solidFill>
                <a:srgbClr val="000000"/>
              </a:solidFill>
            </p:grpSpPr>
            <p:sp>
              <p:nvSpPr>
                <p:cNvPr id="348" name="任意多边形: 形状 347"/>
                <p:cNvSpPr/>
                <p:nvPr/>
              </p:nvSpPr>
              <p:spPr>
                <a:xfrm>
                  <a:off x="3450771" y="1828800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280 h 195942"/>
                    <a:gd name="connsiteX1" fmla="*/ 196063 w 195942"/>
                    <a:gd name="connsiteY1" fmla="*/ 280 h 195942"/>
                    <a:gd name="connsiteX2" fmla="*/ 196063 w 195942"/>
                    <a:gd name="connsiteY2" fmla="*/ 196223 h 195942"/>
                    <a:gd name="connsiteX3" fmla="*/ 12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280"/>
                      </a:moveTo>
                      <a:lnTo>
                        <a:pt x="196063" y="280"/>
                      </a:lnTo>
                      <a:lnTo>
                        <a:pt x="196063" y="196223"/>
                      </a:lnTo>
                      <a:lnTo>
                        <a:pt x="12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9" name="任意多边形: 形状 348"/>
                <p:cNvSpPr/>
                <p:nvPr/>
              </p:nvSpPr>
              <p:spPr>
                <a:xfrm>
                  <a:off x="3646714" y="1828800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280 h 195942"/>
                    <a:gd name="connsiteX1" fmla="*/ 196093 w 195942"/>
                    <a:gd name="connsiteY1" fmla="*/ 280 h 195942"/>
                    <a:gd name="connsiteX2" fmla="*/ 196093 w 195942"/>
                    <a:gd name="connsiteY2" fmla="*/ 196223 h 195942"/>
                    <a:gd name="connsiteX3" fmla="*/ 15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280"/>
                      </a:moveTo>
                      <a:lnTo>
                        <a:pt x="196093" y="280"/>
                      </a:lnTo>
                      <a:lnTo>
                        <a:pt x="196093" y="196223"/>
                      </a:lnTo>
                      <a:lnTo>
                        <a:pt x="15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0" name="任意多边形: 形状 349"/>
                <p:cNvSpPr/>
                <p:nvPr/>
              </p:nvSpPr>
              <p:spPr>
                <a:xfrm>
                  <a:off x="3842657" y="1827945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280 h 195942"/>
                    <a:gd name="connsiteX1" fmla="*/ 196123 w 195942"/>
                    <a:gd name="connsiteY1" fmla="*/ 280 h 195942"/>
                    <a:gd name="connsiteX2" fmla="*/ 196123 w 195942"/>
                    <a:gd name="connsiteY2" fmla="*/ 196223 h 195942"/>
                    <a:gd name="connsiteX3" fmla="*/ 18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280"/>
                      </a:moveTo>
                      <a:lnTo>
                        <a:pt x="196123" y="280"/>
                      </a:lnTo>
                      <a:lnTo>
                        <a:pt x="196123" y="196223"/>
                      </a:lnTo>
                      <a:lnTo>
                        <a:pt x="18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1" name="任意多边形: 形状 350"/>
                <p:cNvSpPr/>
                <p:nvPr/>
              </p:nvSpPr>
              <p:spPr>
                <a:xfrm>
                  <a:off x="4038600" y="1828800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280 h 195942"/>
                    <a:gd name="connsiteX1" fmla="*/ 196153 w 195942"/>
                    <a:gd name="connsiteY1" fmla="*/ 280 h 195942"/>
                    <a:gd name="connsiteX2" fmla="*/ 196153 w 195942"/>
                    <a:gd name="connsiteY2" fmla="*/ 196223 h 195942"/>
                    <a:gd name="connsiteX3" fmla="*/ 21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280"/>
                      </a:moveTo>
                      <a:lnTo>
                        <a:pt x="196153" y="280"/>
                      </a:lnTo>
                      <a:lnTo>
                        <a:pt x="196153" y="196223"/>
                      </a:lnTo>
                      <a:lnTo>
                        <a:pt x="21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2" name="任意多边形: 形状 351"/>
                <p:cNvSpPr/>
                <p:nvPr/>
              </p:nvSpPr>
              <p:spPr>
                <a:xfrm>
                  <a:off x="4234542" y="1828800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280 h 195942"/>
                    <a:gd name="connsiteX1" fmla="*/ 196183 w 195942"/>
                    <a:gd name="connsiteY1" fmla="*/ 280 h 195942"/>
                    <a:gd name="connsiteX2" fmla="*/ 196183 w 195942"/>
                    <a:gd name="connsiteY2" fmla="*/ 196223 h 195942"/>
                    <a:gd name="connsiteX3" fmla="*/ 24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280"/>
                      </a:moveTo>
                      <a:lnTo>
                        <a:pt x="196183" y="280"/>
                      </a:lnTo>
                      <a:lnTo>
                        <a:pt x="196183" y="196223"/>
                      </a:lnTo>
                      <a:lnTo>
                        <a:pt x="24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3" name="任意多边形: 形状 352"/>
                <p:cNvSpPr/>
                <p:nvPr/>
              </p:nvSpPr>
              <p:spPr>
                <a:xfrm>
                  <a:off x="4430485" y="1828800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280 h 195942"/>
                    <a:gd name="connsiteX1" fmla="*/ 196213 w 195942"/>
                    <a:gd name="connsiteY1" fmla="*/ 280 h 195942"/>
                    <a:gd name="connsiteX2" fmla="*/ 196213 w 195942"/>
                    <a:gd name="connsiteY2" fmla="*/ 196223 h 195942"/>
                    <a:gd name="connsiteX3" fmla="*/ 27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280"/>
                      </a:moveTo>
                      <a:lnTo>
                        <a:pt x="196213" y="280"/>
                      </a:lnTo>
                      <a:lnTo>
                        <a:pt x="196213" y="196223"/>
                      </a:lnTo>
                      <a:lnTo>
                        <a:pt x="27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7" name="图形 5"/>
              <p:cNvGrpSpPr/>
              <p:nvPr/>
            </p:nvGrpSpPr>
            <p:grpSpPr>
              <a:xfrm>
                <a:off x="1900048" y="4026907"/>
                <a:ext cx="1175657" cy="195942"/>
                <a:chOff x="3450771" y="2024742"/>
                <a:chExt cx="1175657" cy="195942"/>
              </a:xfrm>
              <a:solidFill>
                <a:srgbClr val="000000"/>
              </a:solidFill>
            </p:grpSpPr>
            <p:sp>
              <p:nvSpPr>
                <p:cNvPr id="342" name="任意多边形: 形状 341"/>
                <p:cNvSpPr/>
                <p:nvPr/>
              </p:nvSpPr>
              <p:spPr>
                <a:xfrm>
                  <a:off x="3450771" y="2024742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10 h 195942"/>
                    <a:gd name="connsiteX1" fmla="*/ 196063 w 195942"/>
                    <a:gd name="connsiteY1" fmla="*/ 310 h 195942"/>
                    <a:gd name="connsiteX2" fmla="*/ 196063 w 195942"/>
                    <a:gd name="connsiteY2" fmla="*/ 196253 h 195942"/>
                    <a:gd name="connsiteX3" fmla="*/ 12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10"/>
                      </a:moveTo>
                      <a:lnTo>
                        <a:pt x="196063" y="310"/>
                      </a:lnTo>
                      <a:lnTo>
                        <a:pt x="196063" y="196253"/>
                      </a:lnTo>
                      <a:lnTo>
                        <a:pt x="12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3" name="任意多边形: 形状 342"/>
                <p:cNvSpPr/>
                <p:nvPr/>
              </p:nvSpPr>
              <p:spPr>
                <a:xfrm>
                  <a:off x="3646714" y="2024742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10 h 195942"/>
                    <a:gd name="connsiteX1" fmla="*/ 196093 w 195942"/>
                    <a:gd name="connsiteY1" fmla="*/ 310 h 195942"/>
                    <a:gd name="connsiteX2" fmla="*/ 196093 w 195942"/>
                    <a:gd name="connsiteY2" fmla="*/ 196253 h 195942"/>
                    <a:gd name="connsiteX3" fmla="*/ 15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10"/>
                      </a:moveTo>
                      <a:lnTo>
                        <a:pt x="196093" y="310"/>
                      </a:lnTo>
                      <a:lnTo>
                        <a:pt x="196093" y="196253"/>
                      </a:lnTo>
                      <a:lnTo>
                        <a:pt x="15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4" name="任意多边形: 形状 343"/>
                <p:cNvSpPr/>
                <p:nvPr/>
              </p:nvSpPr>
              <p:spPr>
                <a:xfrm>
                  <a:off x="3842657" y="2024742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10 h 195942"/>
                    <a:gd name="connsiteX1" fmla="*/ 196123 w 195942"/>
                    <a:gd name="connsiteY1" fmla="*/ 310 h 195942"/>
                    <a:gd name="connsiteX2" fmla="*/ 196123 w 195942"/>
                    <a:gd name="connsiteY2" fmla="*/ 196253 h 195942"/>
                    <a:gd name="connsiteX3" fmla="*/ 18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10"/>
                      </a:moveTo>
                      <a:lnTo>
                        <a:pt x="196123" y="310"/>
                      </a:lnTo>
                      <a:lnTo>
                        <a:pt x="196123" y="196253"/>
                      </a:lnTo>
                      <a:lnTo>
                        <a:pt x="18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5" name="任意多边形: 形状 344"/>
                <p:cNvSpPr/>
                <p:nvPr/>
              </p:nvSpPr>
              <p:spPr>
                <a:xfrm>
                  <a:off x="4038600" y="2024742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10 h 195942"/>
                    <a:gd name="connsiteX1" fmla="*/ 196153 w 195942"/>
                    <a:gd name="connsiteY1" fmla="*/ 310 h 195942"/>
                    <a:gd name="connsiteX2" fmla="*/ 196153 w 195942"/>
                    <a:gd name="connsiteY2" fmla="*/ 196253 h 195942"/>
                    <a:gd name="connsiteX3" fmla="*/ 21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10"/>
                      </a:moveTo>
                      <a:lnTo>
                        <a:pt x="196153" y="310"/>
                      </a:lnTo>
                      <a:lnTo>
                        <a:pt x="196153" y="196253"/>
                      </a:lnTo>
                      <a:lnTo>
                        <a:pt x="21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6" name="任意多边形: 形状 345"/>
                <p:cNvSpPr/>
                <p:nvPr/>
              </p:nvSpPr>
              <p:spPr>
                <a:xfrm>
                  <a:off x="4234542" y="2024742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10 h 195942"/>
                    <a:gd name="connsiteX1" fmla="*/ 196183 w 195942"/>
                    <a:gd name="connsiteY1" fmla="*/ 310 h 195942"/>
                    <a:gd name="connsiteX2" fmla="*/ 196183 w 195942"/>
                    <a:gd name="connsiteY2" fmla="*/ 196253 h 195942"/>
                    <a:gd name="connsiteX3" fmla="*/ 24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10"/>
                      </a:moveTo>
                      <a:lnTo>
                        <a:pt x="196183" y="310"/>
                      </a:lnTo>
                      <a:lnTo>
                        <a:pt x="196183" y="196253"/>
                      </a:lnTo>
                      <a:lnTo>
                        <a:pt x="24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7" name="任意多边形: 形状 346"/>
                <p:cNvSpPr/>
                <p:nvPr/>
              </p:nvSpPr>
              <p:spPr>
                <a:xfrm>
                  <a:off x="4430485" y="2024742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10 h 195942"/>
                    <a:gd name="connsiteX1" fmla="*/ 196213 w 195942"/>
                    <a:gd name="connsiteY1" fmla="*/ 310 h 195942"/>
                    <a:gd name="connsiteX2" fmla="*/ 196213 w 195942"/>
                    <a:gd name="connsiteY2" fmla="*/ 196253 h 195942"/>
                    <a:gd name="connsiteX3" fmla="*/ 27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10"/>
                      </a:moveTo>
                      <a:lnTo>
                        <a:pt x="196213" y="310"/>
                      </a:lnTo>
                      <a:lnTo>
                        <a:pt x="196213" y="196253"/>
                      </a:lnTo>
                      <a:lnTo>
                        <a:pt x="27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8" name="图形 5"/>
              <p:cNvGrpSpPr/>
              <p:nvPr/>
            </p:nvGrpSpPr>
            <p:grpSpPr>
              <a:xfrm>
                <a:off x="1900048" y="4222850"/>
                <a:ext cx="1175657" cy="195942"/>
                <a:chOff x="3450771" y="2220685"/>
                <a:chExt cx="1175657" cy="195942"/>
              </a:xfrm>
              <a:solidFill>
                <a:srgbClr val="000000"/>
              </a:solidFill>
            </p:grpSpPr>
            <p:sp>
              <p:nvSpPr>
                <p:cNvPr id="336" name="任意多边形: 形状 335"/>
                <p:cNvSpPr/>
                <p:nvPr/>
              </p:nvSpPr>
              <p:spPr>
                <a:xfrm>
                  <a:off x="3450771" y="2220685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40 h 195942"/>
                    <a:gd name="connsiteX1" fmla="*/ 196063 w 195942"/>
                    <a:gd name="connsiteY1" fmla="*/ 340 h 195942"/>
                    <a:gd name="connsiteX2" fmla="*/ 196063 w 195942"/>
                    <a:gd name="connsiteY2" fmla="*/ 196283 h 195942"/>
                    <a:gd name="connsiteX3" fmla="*/ 12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40"/>
                      </a:moveTo>
                      <a:lnTo>
                        <a:pt x="196063" y="340"/>
                      </a:lnTo>
                      <a:lnTo>
                        <a:pt x="196063" y="196283"/>
                      </a:lnTo>
                      <a:lnTo>
                        <a:pt x="12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7" name="任意多边形: 形状 336"/>
                <p:cNvSpPr/>
                <p:nvPr/>
              </p:nvSpPr>
              <p:spPr>
                <a:xfrm>
                  <a:off x="3646714" y="2220685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40 h 195942"/>
                    <a:gd name="connsiteX1" fmla="*/ 196093 w 195942"/>
                    <a:gd name="connsiteY1" fmla="*/ 340 h 195942"/>
                    <a:gd name="connsiteX2" fmla="*/ 196093 w 195942"/>
                    <a:gd name="connsiteY2" fmla="*/ 196283 h 195942"/>
                    <a:gd name="connsiteX3" fmla="*/ 15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40"/>
                      </a:moveTo>
                      <a:lnTo>
                        <a:pt x="196093" y="340"/>
                      </a:lnTo>
                      <a:lnTo>
                        <a:pt x="196093" y="196283"/>
                      </a:lnTo>
                      <a:lnTo>
                        <a:pt x="15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8" name="任意多边形: 形状 337"/>
                <p:cNvSpPr/>
                <p:nvPr/>
              </p:nvSpPr>
              <p:spPr>
                <a:xfrm>
                  <a:off x="3842657" y="2220685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40 h 195942"/>
                    <a:gd name="connsiteX1" fmla="*/ 196123 w 195942"/>
                    <a:gd name="connsiteY1" fmla="*/ 340 h 195942"/>
                    <a:gd name="connsiteX2" fmla="*/ 196123 w 195942"/>
                    <a:gd name="connsiteY2" fmla="*/ 196283 h 195942"/>
                    <a:gd name="connsiteX3" fmla="*/ 18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40"/>
                      </a:moveTo>
                      <a:lnTo>
                        <a:pt x="196123" y="340"/>
                      </a:lnTo>
                      <a:lnTo>
                        <a:pt x="196123" y="196283"/>
                      </a:lnTo>
                      <a:lnTo>
                        <a:pt x="18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9" name="任意多边形: 形状 338"/>
                <p:cNvSpPr/>
                <p:nvPr/>
              </p:nvSpPr>
              <p:spPr>
                <a:xfrm>
                  <a:off x="4038600" y="2220685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40 h 195942"/>
                    <a:gd name="connsiteX1" fmla="*/ 196153 w 195942"/>
                    <a:gd name="connsiteY1" fmla="*/ 340 h 195942"/>
                    <a:gd name="connsiteX2" fmla="*/ 196153 w 195942"/>
                    <a:gd name="connsiteY2" fmla="*/ 196283 h 195942"/>
                    <a:gd name="connsiteX3" fmla="*/ 21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40"/>
                      </a:moveTo>
                      <a:lnTo>
                        <a:pt x="196153" y="340"/>
                      </a:lnTo>
                      <a:lnTo>
                        <a:pt x="196153" y="196283"/>
                      </a:lnTo>
                      <a:lnTo>
                        <a:pt x="21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0" name="任意多边形: 形状 339"/>
                <p:cNvSpPr/>
                <p:nvPr/>
              </p:nvSpPr>
              <p:spPr>
                <a:xfrm>
                  <a:off x="4234542" y="2220685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40 h 195942"/>
                    <a:gd name="connsiteX1" fmla="*/ 196183 w 195942"/>
                    <a:gd name="connsiteY1" fmla="*/ 340 h 195942"/>
                    <a:gd name="connsiteX2" fmla="*/ 196183 w 195942"/>
                    <a:gd name="connsiteY2" fmla="*/ 196283 h 195942"/>
                    <a:gd name="connsiteX3" fmla="*/ 24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40"/>
                      </a:moveTo>
                      <a:lnTo>
                        <a:pt x="196183" y="340"/>
                      </a:lnTo>
                      <a:lnTo>
                        <a:pt x="196183" y="196283"/>
                      </a:lnTo>
                      <a:lnTo>
                        <a:pt x="24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1" name="任意多边形: 形状 340"/>
                <p:cNvSpPr/>
                <p:nvPr/>
              </p:nvSpPr>
              <p:spPr>
                <a:xfrm>
                  <a:off x="4430485" y="2220685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40 h 195942"/>
                    <a:gd name="connsiteX1" fmla="*/ 196213 w 195942"/>
                    <a:gd name="connsiteY1" fmla="*/ 340 h 195942"/>
                    <a:gd name="connsiteX2" fmla="*/ 196213 w 195942"/>
                    <a:gd name="connsiteY2" fmla="*/ 196283 h 195942"/>
                    <a:gd name="connsiteX3" fmla="*/ 27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40"/>
                      </a:moveTo>
                      <a:lnTo>
                        <a:pt x="196213" y="340"/>
                      </a:lnTo>
                      <a:lnTo>
                        <a:pt x="196213" y="196283"/>
                      </a:lnTo>
                      <a:lnTo>
                        <a:pt x="27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9" name="图形 5"/>
              <p:cNvGrpSpPr/>
              <p:nvPr/>
            </p:nvGrpSpPr>
            <p:grpSpPr>
              <a:xfrm>
                <a:off x="1900048" y="4418793"/>
                <a:ext cx="1175657" cy="195942"/>
                <a:chOff x="3450771" y="2416628"/>
                <a:chExt cx="1175657" cy="195942"/>
              </a:xfrm>
              <a:solidFill>
                <a:srgbClr val="000000"/>
              </a:solidFill>
            </p:grpSpPr>
            <p:sp>
              <p:nvSpPr>
                <p:cNvPr id="330" name="任意多边形: 形状 329"/>
                <p:cNvSpPr/>
                <p:nvPr/>
              </p:nvSpPr>
              <p:spPr>
                <a:xfrm>
                  <a:off x="3450771" y="2416628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70 h 195942"/>
                    <a:gd name="connsiteX1" fmla="*/ 196063 w 195942"/>
                    <a:gd name="connsiteY1" fmla="*/ 370 h 195942"/>
                    <a:gd name="connsiteX2" fmla="*/ 196063 w 195942"/>
                    <a:gd name="connsiteY2" fmla="*/ 196313 h 195942"/>
                    <a:gd name="connsiteX3" fmla="*/ 12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70"/>
                      </a:moveTo>
                      <a:lnTo>
                        <a:pt x="196063" y="370"/>
                      </a:lnTo>
                      <a:lnTo>
                        <a:pt x="196063" y="196313"/>
                      </a:lnTo>
                      <a:lnTo>
                        <a:pt x="12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1" name="任意多边形: 形状 330"/>
                <p:cNvSpPr/>
                <p:nvPr/>
              </p:nvSpPr>
              <p:spPr>
                <a:xfrm>
                  <a:off x="3646714" y="2416628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70 h 195942"/>
                    <a:gd name="connsiteX1" fmla="*/ 196093 w 195942"/>
                    <a:gd name="connsiteY1" fmla="*/ 370 h 195942"/>
                    <a:gd name="connsiteX2" fmla="*/ 196093 w 195942"/>
                    <a:gd name="connsiteY2" fmla="*/ 196313 h 195942"/>
                    <a:gd name="connsiteX3" fmla="*/ 15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70"/>
                      </a:moveTo>
                      <a:lnTo>
                        <a:pt x="196093" y="370"/>
                      </a:lnTo>
                      <a:lnTo>
                        <a:pt x="196093" y="196313"/>
                      </a:lnTo>
                      <a:lnTo>
                        <a:pt x="15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2" name="任意多边形: 形状 331"/>
                <p:cNvSpPr/>
                <p:nvPr/>
              </p:nvSpPr>
              <p:spPr>
                <a:xfrm>
                  <a:off x="3842657" y="2416628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70 h 195942"/>
                    <a:gd name="connsiteX1" fmla="*/ 196123 w 195942"/>
                    <a:gd name="connsiteY1" fmla="*/ 370 h 195942"/>
                    <a:gd name="connsiteX2" fmla="*/ 196123 w 195942"/>
                    <a:gd name="connsiteY2" fmla="*/ 196313 h 195942"/>
                    <a:gd name="connsiteX3" fmla="*/ 18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70"/>
                      </a:moveTo>
                      <a:lnTo>
                        <a:pt x="196123" y="370"/>
                      </a:lnTo>
                      <a:lnTo>
                        <a:pt x="196123" y="196313"/>
                      </a:lnTo>
                      <a:lnTo>
                        <a:pt x="18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3" name="任意多边形: 形状 332"/>
                <p:cNvSpPr/>
                <p:nvPr/>
              </p:nvSpPr>
              <p:spPr>
                <a:xfrm>
                  <a:off x="4038600" y="2416628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70 h 195942"/>
                    <a:gd name="connsiteX1" fmla="*/ 196153 w 195942"/>
                    <a:gd name="connsiteY1" fmla="*/ 370 h 195942"/>
                    <a:gd name="connsiteX2" fmla="*/ 196153 w 195942"/>
                    <a:gd name="connsiteY2" fmla="*/ 196313 h 195942"/>
                    <a:gd name="connsiteX3" fmla="*/ 21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70"/>
                      </a:moveTo>
                      <a:lnTo>
                        <a:pt x="196153" y="370"/>
                      </a:lnTo>
                      <a:lnTo>
                        <a:pt x="196153" y="196313"/>
                      </a:lnTo>
                      <a:lnTo>
                        <a:pt x="21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4" name="任意多边形: 形状 333"/>
                <p:cNvSpPr/>
                <p:nvPr/>
              </p:nvSpPr>
              <p:spPr>
                <a:xfrm>
                  <a:off x="4234542" y="2416628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70 h 195942"/>
                    <a:gd name="connsiteX1" fmla="*/ 196183 w 195942"/>
                    <a:gd name="connsiteY1" fmla="*/ 370 h 195942"/>
                    <a:gd name="connsiteX2" fmla="*/ 196183 w 195942"/>
                    <a:gd name="connsiteY2" fmla="*/ 196313 h 195942"/>
                    <a:gd name="connsiteX3" fmla="*/ 24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70"/>
                      </a:moveTo>
                      <a:lnTo>
                        <a:pt x="196183" y="370"/>
                      </a:lnTo>
                      <a:lnTo>
                        <a:pt x="196183" y="196313"/>
                      </a:lnTo>
                      <a:lnTo>
                        <a:pt x="24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5" name="任意多边形: 形状 334"/>
                <p:cNvSpPr/>
                <p:nvPr/>
              </p:nvSpPr>
              <p:spPr>
                <a:xfrm>
                  <a:off x="4430485" y="2416628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70 h 195942"/>
                    <a:gd name="connsiteX1" fmla="*/ 196213 w 195942"/>
                    <a:gd name="connsiteY1" fmla="*/ 370 h 195942"/>
                    <a:gd name="connsiteX2" fmla="*/ 196213 w 195942"/>
                    <a:gd name="connsiteY2" fmla="*/ 196313 h 195942"/>
                    <a:gd name="connsiteX3" fmla="*/ 27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70"/>
                      </a:moveTo>
                      <a:lnTo>
                        <a:pt x="196213" y="370"/>
                      </a:lnTo>
                      <a:lnTo>
                        <a:pt x="196213" y="196313"/>
                      </a:lnTo>
                      <a:lnTo>
                        <a:pt x="27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297" name="直接箭头连接符 296"/>
            <p:cNvCxnSpPr/>
            <p:nvPr/>
          </p:nvCxnSpPr>
          <p:spPr>
            <a:xfrm flipV="1">
              <a:off x="1724606" y="2715417"/>
              <a:ext cx="2303530" cy="464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98" name="文本框 297"/>
            <p:cNvSpPr txBox="1"/>
            <p:nvPr/>
          </p:nvSpPr>
          <p:spPr>
            <a:xfrm>
              <a:off x="1799937" y="2296674"/>
              <a:ext cx="2298781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Self attention 2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9" name="图形 5"/>
            <p:cNvGrpSpPr/>
            <p:nvPr/>
          </p:nvGrpSpPr>
          <p:grpSpPr>
            <a:xfrm>
              <a:off x="4169300" y="2235758"/>
              <a:ext cx="739560" cy="845916"/>
              <a:chOff x="7238999" y="5127171"/>
              <a:chExt cx="783771" cy="979713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300" name="图形 5"/>
              <p:cNvGrpSpPr/>
              <p:nvPr/>
            </p:nvGrpSpPr>
            <p:grpSpPr>
              <a:xfrm>
                <a:off x="7238999" y="5127171"/>
                <a:ext cx="783771" cy="252506"/>
                <a:chOff x="7238999" y="5127171"/>
                <a:chExt cx="783771" cy="252506"/>
              </a:xfrm>
              <a:grpFill/>
            </p:grpSpPr>
            <p:sp>
              <p:nvSpPr>
                <p:cNvPr id="321" name="任意多边形: 形状 320"/>
                <p:cNvSpPr/>
                <p:nvPr/>
              </p:nvSpPr>
              <p:spPr>
                <a:xfrm>
                  <a:off x="7238999" y="5127171"/>
                  <a:ext cx="234609" cy="252506"/>
                </a:xfrm>
                <a:custGeom>
                  <a:avLst/>
                  <a:gdLst>
                    <a:gd name="connsiteX0" fmla="*/ 700 w 195942"/>
                    <a:gd name="connsiteY0" fmla="*/ 785 h 195942"/>
                    <a:gd name="connsiteX1" fmla="*/ 196643 w 195942"/>
                    <a:gd name="connsiteY1" fmla="*/ 785 h 195942"/>
                    <a:gd name="connsiteX2" fmla="*/ 196643 w 195942"/>
                    <a:gd name="connsiteY2" fmla="*/ 196728 h 195942"/>
                    <a:gd name="connsiteX3" fmla="*/ 70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85"/>
                      </a:moveTo>
                      <a:lnTo>
                        <a:pt x="196643" y="785"/>
                      </a:lnTo>
                      <a:lnTo>
                        <a:pt x="196643" y="196728"/>
                      </a:lnTo>
                      <a:lnTo>
                        <a:pt x="70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2" name="任意多边形: 形状 321"/>
                <p:cNvSpPr/>
                <p:nvPr/>
              </p:nvSpPr>
              <p:spPr>
                <a:xfrm>
                  <a:off x="7434942" y="51271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85 h 195942"/>
                    <a:gd name="connsiteX1" fmla="*/ 196673 w 195942"/>
                    <a:gd name="connsiteY1" fmla="*/ 785 h 195942"/>
                    <a:gd name="connsiteX2" fmla="*/ 196673 w 195942"/>
                    <a:gd name="connsiteY2" fmla="*/ 196728 h 195942"/>
                    <a:gd name="connsiteX3" fmla="*/ 73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85"/>
                      </a:moveTo>
                      <a:lnTo>
                        <a:pt x="196673" y="785"/>
                      </a:lnTo>
                      <a:lnTo>
                        <a:pt x="196673" y="196728"/>
                      </a:lnTo>
                      <a:lnTo>
                        <a:pt x="73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3" name="任意多边形: 形状 322"/>
                <p:cNvSpPr/>
                <p:nvPr/>
              </p:nvSpPr>
              <p:spPr>
                <a:xfrm>
                  <a:off x="7630885" y="51271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85 h 195942"/>
                    <a:gd name="connsiteX1" fmla="*/ 196703 w 195942"/>
                    <a:gd name="connsiteY1" fmla="*/ 785 h 195942"/>
                    <a:gd name="connsiteX2" fmla="*/ 196703 w 195942"/>
                    <a:gd name="connsiteY2" fmla="*/ 196728 h 195942"/>
                    <a:gd name="connsiteX3" fmla="*/ 76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85"/>
                      </a:moveTo>
                      <a:lnTo>
                        <a:pt x="196703" y="785"/>
                      </a:lnTo>
                      <a:lnTo>
                        <a:pt x="196703" y="196728"/>
                      </a:lnTo>
                      <a:lnTo>
                        <a:pt x="76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4" name="任意多边形: 形状 323"/>
                <p:cNvSpPr/>
                <p:nvPr/>
              </p:nvSpPr>
              <p:spPr>
                <a:xfrm>
                  <a:off x="7826828" y="51271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85 h 195942"/>
                    <a:gd name="connsiteX1" fmla="*/ 196733 w 195942"/>
                    <a:gd name="connsiteY1" fmla="*/ 785 h 195942"/>
                    <a:gd name="connsiteX2" fmla="*/ 196733 w 195942"/>
                    <a:gd name="connsiteY2" fmla="*/ 196728 h 195942"/>
                    <a:gd name="connsiteX3" fmla="*/ 79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85"/>
                      </a:moveTo>
                      <a:lnTo>
                        <a:pt x="196733" y="785"/>
                      </a:lnTo>
                      <a:lnTo>
                        <a:pt x="196733" y="196728"/>
                      </a:lnTo>
                      <a:lnTo>
                        <a:pt x="79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1" name="图形 5"/>
              <p:cNvGrpSpPr/>
              <p:nvPr/>
            </p:nvGrpSpPr>
            <p:grpSpPr>
              <a:xfrm>
                <a:off x="7239000" y="5323114"/>
                <a:ext cx="783770" cy="195942"/>
                <a:chOff x="7239000" y="5323114"/>
                <a:chExt cx="783770" cy="195942"/>
              </a:xfrm>
              <a:grpFill/>
            </p:grpSpPr>
            <p:sp>
              <p:nvSpPr>
                <p:cNvPr id="317" name="任意多边形: 形状 316"/>
                <p:cNvSpPr/>
                <p:nvPr/>
              </p:nvSpPr>
              <p:spPr>
                <a:xfrm>
                  <a:off x="7239000" y="5323114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15 h 195942"/>
                    <a:gd name="connsiteX1" fmla="*/ 196643 w 195942"/>
                    <a:gd name="connsiteY1" fmla="*/ 815 h 195942"/>
                    <a:gd name="connsiteX2" fmla="*/ 196643 w 195942"/>
                    <a:gd name="connsiteY2" fmla="*/ 196758 h 195942"/>
                    <a:gd name="connsiteX3" fmla="*/ 70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15"/>
                      </a:moveTo>
                      <a:lnTo>
                        <a:pt x="196643" y="815"/>
                      </a:lnTo>
                      <a:lnTo>
                        <a:pt x="196643" y="196758"/>
                      </a:lnTo>
                      <a:lnTo>
                        <a:pt x="70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8" name="任意多边形: 形状 317"/>
                <p:cNvSpPr/>
                <p:nvPr/>
              </p:nvSpPr>
              <p:spPr>
                <a:xfrm>
                  <a:off x="7434942" y="5323114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15 h 195942"/>
                    <a:gd name="connsiteX1" fmla="*/ 196673 w 195942"/>
                    <a:gd name="connsiteY1" fmla="*/ 815 h 195942"/>
                    <a:gd name="connsiteX2" fmla="*/ 196673 w 195942"/>
                    <a:gd name="connsiteY2" fmla="*/ 196758 h 195942"/>
                    <a:gd name="connsiteX3" fmla="*/ 73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15"/>
                      </a:moveTo>
                      <a:lnTo>
                        <a:pt x="196673" y="815"/>
                      </a:lnTo>
                      <a:lnTo>
                        <a:pt x="196673" y="196758"/>
                      </a:lnTo>
                      <a:lnTo>
                        <a:pt x="73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9" name="任意多边形: 形状 318"/>
                <p:cNvSpPr/>
                <p:nvPr/>
              </p:nvSpPr>
              <p:spPr>
                <a:xfrm>
                  <a:off x="7630885" y="5323114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15 h 195942"/>
                    <a:gd name="connsiteX1" fmla="*/ 196703 w 195942"/>
                    <a:gd name="connsiteY1" fmla="*/ 815 h 195942"/>
                    <a:gd name="connsiteX2" fmla="*/ 196703 w 195942"/>
                    <a:gd name="connsiteY2" fmla="*/ 196758 h 195942"/>
                    <a:gd name="connsiteX3" fmla="*/ 76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15"/>
                      </a:moveTo>
                      <a:lnTo>
                        <a:pt x="196703" y="815"/>
                      </a:lnTo>
                      <a:lnTo>
                        <a:pt x="196703" y="196758"/>
                      </a:lnTo>
                      <a:lnTo>
                        <a:pt x="76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0" name="任意多边形: 形状 319"/>
                <p:cNvSpPr/>
                <p:nvPr/>
              </p:nvSpPr>
              <p:spPr>
                <a:xfrm>
                  <a:off x="7826828" y="5323114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15 h 195942"/>
                    <a:gd name="connsiteX1" fmla="*/ 196733 w 195942"/>
                    <a:gd name="connsiteY1" fmla="*/ 815 h 195942"/>
                    <a:gd name="connsiteX2" fmla="*/ 196733 w 195942"/>
                    <a:gd name="connsiteY2" fmla="*/ 196758 h 195942"/>
                    <a:gd name="connsiteX3" fmla="*/ 79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15"/>
                      </a:moveTo>
                      <a:lnTo>
                        <a:pt x="196733" y="815"/>
                      </a:lnTo>
                      <a:lnTo>
                        <a:pt x="196733" y="196758"/>
                      </a:lnTo>
                      <a:lnTo>
                        <a:pt x="79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2" name="图形 5"/>
              <p:cNvGrpSpPr/>
              <p:nvPr/>
            </p:nvGrpSpPr>
            <p:grpSpPr>
              <a:xfrm>
                <a:off x="7239000" y="5519057"/>
                <a:ext cx="783770" cy="195942"/>
                <a:chOff x="7239000" y="5519057"/>
                <a:chExt cx="783770" cy="195942"/>
              </a:xfrm>
              <a:grpFill/>
            </p:grpSpPr>
            <p:sp>
              <p:nvSpPr>
                <p:cNvPr id="313" name="任意多边形: 形状 312"/>
                <p:cNvSpPr/>
                <p:nvPr/>
              </p:nvSpPr>
              <p:spPr>
                <a:xfrm>
                  <a:off x="7239000" y="5519057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45 h 195942"/>
                    <a:gd name="connsiteX1" fmla="*/ 196643 w 195942"/>
                    <a:gd name="connsiteY1" fmla="*/ 845 h 195942"/>
                    <a:gd name="connsiteX2" fmla="*/ 196643 w 195942"/>
                    <a:gd name="connsiteY2" fmla="*/ 196788 h 195942"/>
                    <a:gd name="connsiteX3" fmla="*/ 70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45"/>
                      </a:moveTo>
                      <a:lnTo>
                        <a:pt x="196643" y="845"/>
                      </a:lnTo>
                      <a:lnTo>
                        <a:pt x="196643" y="196788"/>
                      </a:lnTo>
                      <a:lnTo>
                        <a:pt x="70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4" name="任意多边形: 形状 313"/>
                <p:cNvSpPr/>
                <p:nvPr/>
              </p:nvSpPr>
              <p:spPr>
                <a:xfrm>
                  <a:off x="7434942" y="5519057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45 h 195942"/>
                    <a:gd name="connsiteX1" fmla="*/ 196673 w 195942"/>
                    <a:gd name="connsiteY1" fmla="*/ 845 h 195942"/>
                    <a:gd name="connsiteX2" fmla="*/ 196673 w 195942"/>
                    <a:gd name="connsiteY2" fmla="*/ 196788 h 195942"/>
                    <a:gd name="connsiteX3" fmla="*/ 73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45"/>
                      </a:moveTo>
                      <a:lnTo>
                        <a:pt x="196673" y="845"/>
                      </a:lnTo>
                      <a:lnTo>
                        <a:pt x="196673" y="196788"/>
                      </a:lnTo>
                      <a:lnTo>
                        <a:pt x="73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5" name="任意多边形: 形状 314"/>
                <p:cNvSpPr/>
                <p:nvPr/>
              </p:nvSpPr>
              <p:spPr>
                <a:xfrm>
                  <a:off x="7630885" y="5519057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45 h 195942"/>
                    <a:gd name="connsiteX1" fmla="*/ 196703 w 195942"/>
                    <a:gd name="connsiteY1" fmla="*/ 845 h 195942"/>
                    <a:gd name="connsiteX2" fmla="*/ 196703 w 195942"/>
                    <a:gd name="connsiteY2" fmla="*/ 196788 h 195942"/>
                    <a:gd name="connsiteX3" fmla="*/ 76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45"/>
                      </a:moveTo>
                      <a:lnTo>
                        <a:pt x="196703" y="845"/>
                      </a:lnTo>
                      <a:lnTo>
                        <a:pt x="196703" y="196788"/>
                      </a:lnTo>
                      <a:lnTo>
                        <a:pt x="76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6" name="任意多边形: 形状 315"/>
                <p:cNvSpPr/>
                <p:nvPr/>
              </p:nvSpPr>
              <p:spPr>
                <a:xfrm>
                  <a:off x="7826828" y="5519057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45 h 195942"/>
                    <a:gd name="connsiteX1" fmla="*/ 196733 w 195942"/>
                    <a:gd name="connsiteY1" fmla="*/ 845 h 195942"/>
                    <a:gd name="connsiteX2" fmla="*/ 196733 w 195942"/>
                    <a:gd name="connsiteY2" fmla="*/ 196788 h 195942"/>
                    <a:gd name="connsiteX3" fmla="*/ 79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45"/>
                      </a:moveTo>
                      <a:lnTo>
                        <a:pt x="196733" y="845"/>
                      </a:lnTo>
                      <a:lnTo>
                        <a:pt x="196733" y="196788"/>
                      </a:lnTo>
                      <a:lnTo>
                        <a:pt x="79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3" name="图形 5"/>
              <p:cNvGrpSpPr/>
              <p:nvPr/>
            </p:nvGrpSpPr>
            <p:grpSpPr>
              <a:xfrm>
                <a:off x="7239000" y="5715000"/>
                <a:ext cx="783770" cy="195942"/>
                <a:chOff x="7239000" y="5715000"/>
                <a:chExt cx="783770" cy="195942"/>
              </a:xfrm>
              <a:grpFill/>
            </p:grpSpPr>
            <p:sp>
              <p:nvSpPr>
                <p:cNvPr id="309" name="任意多边形: 形状 308"/>
                <p:cNvSpPr/>
                <p:nvPr/>
              </p:nvSpPr>
              <p:spPr>
                <a:xfrm>
                  <a:off x="7239000" y="57150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75 h 195942"/>
                    <a:gd name="connsiteX1" fmla="*/ 196643 w 195942"/>
                    <a:gd name="connsiteY1" fmla="*/ 875 h 195942"/>
                    <a:gd name="connsiteX2" fmla="*/ 196643 w 195942"/>
                    <a:gd name="connsiteY2" fmla="*/ 196818 h 195942"/>
                    <a:gd name="connsiteX3" fmla="*/ 70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75"/>
                      </a:moveTo>
                      <a:lnTo>
                        <a:pt x="196643" y="875"/>
                      </a:lnTo>
                      <a:lnTo>
                        <a:pt x="196643" y="196818"/>
                      </a:lnTo>
                      <a:lnTo>
                        <a:pt x="70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0" name="任意多边形: 形状 309"/>
                <p:cNvSpPr/>
                <p:nvPr/>
              </p:nvSpPr>
              <p:spPr>
                <a:xfrm>
                  <a:off x="7434942" y="57150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75 h 195942"/>
                    <a:gd name="connsiteX1" fmla="*/ 196673 w 195942"/>
                    <a:gd name="connsiteY1" fmla="*/ 875 h 195942"/>
                    <a:gd name="connsiteX2" fmla="*/ 196673 w 195942"/>
                    <a:gd name="connsiteY2" fmla="*/ 196818 h 195942"/>
                    <a:gd name="connsiteX3" fmla="*/ 73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75"/>
                      </a:moveTo>
                      <a:lnTo>
                        <a:pt x="196673" y="875"/>
                      </a:lnTo>
                      <a:lnTo>
                        <a:pt x="196673" y="196818"/>
                      </a:lnTo>
                      <a:lnTo>
                        <a:pt x="73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1" name="任意多边形: 形状 310"/>
                <p:cNvSpPr/>
                <p:nvPr/>
              </p:nvSpPr>
              <p:spPr>
                <a:xfrm>
                  <a:off x="7630885" y="57150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75 h 195942"/>
                    <a:gd name="connsiteX1" fmla="*/ 196703 w 195942"/>
                    <a:gd name="connsiteY1" fmla="*/ 875 h 195942"/>
                    <a:gd name="connsiteX2" fmla="*/ 196703 w 195942"/>
                    <a:gd name="connsiteY2" fmla="*/ 196818 h 195942"/>
                    <a:gd name="connsiteX3" fmla="*/ 76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75"/>
                      </a:moveTo>
                      <a:lnTo>
                        <a:pt x="196703" y="875"/>
                      </a:lnTo>
                      <a:lnTo>
                        <a:pt x="196703" y="196818"/>
                      </a:lnTo>
                      <a:lnTo>
                        <a:pt x="76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2" name="任意多边形: 形状 311"/>
                <p:cNvSpPr/>
                <p:nvPr/>
              </p:nvSpPr>
              <p:spPr>
                <a:xfrm>
                  <a:off x="7826828" y="57150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75 h 195942"/>
                    <a:gd name="connsiteX1" fmla="*/ 196733 w 195942"/>
                    <a:gd name="connsiteY1" fmla="*/ 875 h 195942"/>
                    <a:gd name="connsiteX2" fmla="*/ 196733 w 195942"/>
                    <a:gd name="connsiteY2" fmla="*/ 196818 h 195942"/>
                    <a:gd name="connsiteX3" fmla="*/ 79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75"/>
                      </a:moveTo>
                      <a:lnTo>
                        <a:pt x="196733" y="875"/>
                      </a:lnTo>
                      <a:lnTo>
                        <a:pt x="196733" y="196818"/>
                      </a:lnTo>
                      <a:lnTo>
                        <a:pt x="79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4" name="图形 5"/>
              <p:cNvGrpSpPr/>
              <p:nvPr/>
            </p:nvGrpSpPr>
            <p:grpSpPr>
              <a:xfrm>
                <a:off x="7239000" y="5910942"/>
                <a:ext cx="783770" cy="195942"/>
                <a:chOff x="7239000" y="5910942"/>
                <a:chExt cx="783770" cy="195942"/>
              </a:xfrm>
              <a:grpFill/>
            </p:grpSpPr>
            <p:sp>
              <p:nvSpPr>
                <p:cNvPr id="305" name="任意多边形: 形状 304"/>
                <p:cNvSpPr/>
                <p:nvPr/>
              </p:nvSpPr>
              <p:spPr>
                <a:xfrm>
                  <a:off x="7239000" y="59109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905 h 195942"/>
                    <a:gd name="connsiteX1" fmla="*/ 196643 w 195942"/>
                    <a:gd name="connsiteY1" fmla="*/ 905 h 195942"/>
                    <a:gd name="connsiteX2" fmla="*/ 196643 w 195942"/>
                    <a:gd name="connsiteY2" fmla="*/ 196848 h 195942"/>
                    <a:gd name="connsiteX3" fmla="*/ 70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905"/>
                      </a:moveTo>
                      <a:lnTo>
                        <a:pt x="196643" y="905"/>
                      </a:lnTo>
                      <a:lnTo>
                        <a:pt x="196643" y="196848"/>
                      </a:lnTo>
                      <a:lnTo>
                        <a:pt x="70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6" name="任意多边形: 形状 305"/>
                <p:cNvSpPr/>
                <p:nvPr/>
              </p:nvSpPr>
              <p:spPr>
                <a:xfrm>
                  <a:off x="7434942" y="59109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905 h 195942"/>
                    <a:gd name="connsiteX1" fmla="*/ 196673 w 195942"/>
                    <a:gd name="connsiteY1" fmla="*/ 905 h 195942"/>
                    <a:gd name="connsiteX2" fmla="*/ 196673 w 195942"/>
                    <a:gd name="connsiteY2" fmla="*/ 196848 h 195942"/>
                    <a:gd name="connsiteX3" fmla="*/ 73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905"/>
                      </a:moveTo>
                      <a:lnTo>
                        <a:pt x="196673" y="905"/>
                      </a:lnTo>
                      <a:lnTo>
                        <a:pt x="196673" y="196848"/>
                      </a:lnTo>
                      <a:lnTo>
                        <a:pt x="73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7" name="任意多边形: 形状 306"/>
                <p:cNvSpPr/>
                <p:nvPr/>
              </p:nvSpPr>
              <p:spPr>
                <a:xfrm>
                  <a:off x="7630885" y="59109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905 h 195942"/>
                    <a:gd name="connsiteX1" fmla="*/ 196703 w 195942"/>
                    <a:gd name="connsiteY1" fmla="*/ 905 h 195942"/>
                    <a:gd name="connsiteX2" fmla="*/ 196703 w 195942"/>
                    <a:gd name="connsiteY2" fmla="*/ 196848 h 195942"/>
                    <a:gd name="connsiteX3" fmla="*/ 76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905"/>
                      </a:moveTo>
                      <a:lnTo>
                        <a:pt x="196703" y="905"/>
                      </a:lnTo>
                      <a:lnTo>
                        <a:pt x="196703" y="196848"/>
                      </a:lnTo>
                      <a:lnTo>
                        <a:pt x="76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8" name="任意多边形: 形状 307"/>
                <p:cNvSpPr/>
                <p:nvPr/>
              </p:nvSpPr>
              <p:spPr>
                <a:xfrm>
                  <a:off x="7826828" y="59109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905 h 195942"/>
                    <a:gd name="connsiteX1" fmla="*/ 196733 w 195942"/>
                    <a:gd name="connsiteY1" fmla="*/ 905 h 195942"/>
                    <a:gd name="connsiteX2" fmla="*/ 196733 w 195942"/>
                    <a:gd name="connsiteY2" fmla="*/ 196848 h 195942"/>
                    <a:gd name="connsiteX3" fmla="*/ 79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905"/>
                      </a:moveTo>
                      <a:lnTo>
                        <a:pt x="196733" y="905"/>
                      </a:lnTo>
                      <a:lnTo>
                        <a:pt x="196733" y="196848"/>
                      </a:lnTo>
                      <a:lnTo>
                        <a:pt x="79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96" name="组合 395"/>
          <p:cNvGrpSpPr/>
          <p:nvPr/>
        </p:nvGrpSpPr>
        <p:grpSpPr>
          <a:xfrm>
            <a:off x="83110" y="4913831"/>
            <a:ext cx="4030223" cy="868659"/>
            <a:chOff x="878637" y="2235758"/>
            <a:chExt cx="4030223" cy="868659"/>
          </a:xfrm>
        </p:grpSpPr>
        <p:grpSp>
          <p:nvGrpSpPr>
            <p:cNvPr id="397" name="组合 396"/>
            <p:cNvGrpSpPr/>
            <p:nvPr/>
          </p:nvGrpSpPr>
          <p:grpSpPr>
            <a:xfrm>
              <a:off x="878637" y="2326419"/>
              <a:ext cx="766417" cy="777998"/>
              <a:chOff x="1900048" y="3635022"/>
              <a:chExt cx="1175657" cy="979713"/>
            </a:xfrm>
          </p:grpSpPr>
          <p:grpSp>
            <p:nvGrpSpPr>
              <p:cNvPr id="426" name="图形 5"/>
              <p:cNvGrpSpPr/>
              <p:nvPr/>
            </p:nvGrpSpPr>
            <p:grpSpPr>
              <a:xfrm>
                <a:off x="1900048" y="3635022"/>
                <a:ext cx="1175656" cy="195942"/>
                <a:chOff x="3450771" y="1632857"/>
                <a:chExt cx="1175656" cy="195942"/>
              </a:xfrm>
              <a:solidFill>
                <a:schemeClr val="accent6">
                  <a:lumMod val="50000"/>
                </a:schemeClr>
              </a:solidFill>
            </p:grpSpPr>
            <p:sp>
              <p:nvSpPr>
                <p:cNvPr id="455" name="任意多边形: 形状 454"/>
                <p:cNvSpPr/>
                <p:nvPr/>
              </p:nvSpPr>
              <p:spPr>
                <a:xfrm>
                  <a:off x="3450771" y="1632857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250 h 195942"/>
                    <a:gd name="connsiteX1" fmla="*/ 196063 w 195942"/>
                    <a:gd name="connsiteY1" fmla="*/ 250 h 195942"/>
                    <a:gd name="connsiteX2" fmla="*/ 196063 w 195942"/>
                    <a:gd name="connsiteY2" fmla="*/ 196193 h 195942"/>
                    <a:gd name="connsiteX3" fmla="*/ 12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250"/>
                      </a:moveTo>
                      <a:lnTo>
                        <a:pt x="196063" y="250"/>
                      </a:lnTo>
                      <a:lnTo>
                        <a:pt x="196063" y="196193"/>
                      </a:lnTo>
                      <a:lnTo>
                        <a:pt x="12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6" name="任意多边形: 形状 455"/>
                <p:cNvSpPr/>
                <p:nvPr/>
              </p:nvSpPr>
              <p:spPr>
                <a:xfrm>
                  <a:off x="3646714" y="1632857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250 h 195942"/>
                    <a:gd name="connsiteX1" fmla="*/ 196093 w 195942"/>
                    <a:gd name="connsiteY1" fmla="*/ 250 h 195942"/>
                    <a:gd name="connsiteX2" fmla="*/ 196093 w 195942"/>
                    <a:gd name="connsiteY2" fmla="*/ 196193 h 195942"/>
                    <a:gd name="connsiteX3" fmla="*/ 15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250"/>
                      </a:moveTo>
                      <a:lnTo>
                        <a:pt x="196093" y="250"/>
                      </a:lnTo>
                      <a:lnTo>
                        <a:pt x="196093" y="196193"/>
                      </a:lnTo>
                      <a:lnTo>
                        <a:pt x="15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7" name="任意多边形: 形状 456"/>
                <p:cNvSpPr/>
                <p:nvPr/>
              </p:nvSpPr>
              <p:spPr>
                <a:xfrm>
                  <a:off x="3842657" y="1632857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250 h 195942"/>
                    <a:gd name="connsiteX1" fmla="*/ 196123 w 195942"/>
                    <a:gd name="connsiteY1" fmla="*/ 250 h 195942"/>
                    <a:gd name="connsiteX2" fmla="*/ 196123 w 195942"/>
                    <a:gd name="connsiteY2" fmla="*/ 196193 h 195942"/>
                    <a:gd name="connsiteX3" fmla="*/ 18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250"/>
                      </a:moveTo>
                      <a:lnTo>
                        <a:pt x="196123" y="250"/>
                      </a:lnTo>
                      <a:lnTo>
                        <a:pt x="196123" y="196193"/>
                      </a:lnTo>
                      <a:lnTo>
                        <a:pt x="18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8" name="任意多边形: 形状 457"/>
                <p:cNvSpPr/>
                <p:nvPr/>
              </p:nvSpPr>
              <p:spPr>
                <a:xfrm>
                  <a:off x="4038600" y="1632857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250 h 195942"/>
                    <a:gd name="connsiteX1" fmla="*/ 196153 w 195942"/>
                    <a:gd name="connsiteY1" fmla="*/ 250 h 195942"/>
                    <a:gd name="connsiteX2" fmla="*/ 196153 w 195942"/>
                    <a:gd name="connsiteY2" fmla="*/ 196193 h 195942"/>
                    <a:gd name="connsiteX3" fmla="*/ 21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250"/>
                      </a:moveTo>
                      <a:lnTo>
                        <a:pt x="196153" y="250"/>
                      </a:lnTo>
                      <a:lnTo>
                        <a:pt x="196153" y="196193"/>
                      </a:lnTo>
                      <a:lnTo>
                        <a:pt x="21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9" name="任意多边形: 形状 458"/>
                <p:cNvSpPr/>
                <p:nvPr/>
              </p:nvSpPr>
              <p:spPr>
                <a:xfrm>
                  <a:off x="4234542" y="1632857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250 h 195942"/>
                    <a:gd name="connsiteX1" fmla="*/ 196183 w 195942"/>
                    <a:gd name="connsiteY1" fmla="*/ 250 h 195942"/>
                    <a:gd name="connsiteX2" fmla="*/ 196183 w 195942"/>
                    <a:gd name="connsiteY2" fmla="*/ 196193 h 195942"/>
                    <a:gd name="connsiteX3" fmla="*/ 24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250"/>
                      </a:moveTo>
                      <a:lnTo>
                        <a:pt x="196183" y="250"/>
                      </a:lnTo>
                      <a:lnTo>
                        <a:pt x="196183" y="196193"/>
                      </a:lnTo>
                      <a:lnTo>
                        <a:pt x="24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0" name="任意多边形: 形状 459"/>
                <p:cNvSpPr/>
                <p:nvPr/>
              </p:nvSpPr>
              <p:spPr>
                <a:xfrm>
                  <a:off x="4430485" y="1632857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250 h 195942"/>
                    <a:gd name="connsiteX1" fmla="*/ 196213 w 195942"/>
                    <a:gd name="connsiteY1" fmla="*/ 250 h 195942"/>
                    <a:gd name="connsiteX2" fmla="*/ 196213 w 195942"/>
                    <a:gd name="connsiteY2" fmla="*/ 196193 h 195942"/>
                    <a:gd name="connsiteX3" fmla="*/ 270 w 195942"/>
                    <a:gd name="connsiteY3" fmla="*/ 19619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250"/>
                      </a:moveTo>
                      <a:lnTo>
                        <a:pt x="196213" y="250"/>
                      </a:lnTo>
                      <a:lnTo>
                        <a:pt x="196213" y="196193"/>
                      </a:lnTo>
                      <a:lnTo>
                        <a:pt x="270" y="19619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7" name="图形 5"/>
              <p:cNvGrpSpPr/>
              <p:nvPr/>
            </p:nvGrpSpPr>
            <p:grpSpPr>
              <a:xfrm>
                <a:off x="1900048" y="3830110"/>
                <a:ext cx="1175656" cy="196797"/>
                <a:chOff x="3450771" y="1827945"/>
                <a:chExt cx="1175656" cy="196797"/>
              </a:xfrm>
              <a:solidFill>
                <a:srgbClr val="000000"/>
              </a:solidFill>
            </p:grpSpPr>
            <p:sp>
              <p:nvSpPr>
                <p:cNvPr id="449" name="任意多边形: 形状 448"/>
                <p:cNvSpPr/>
                <p:nvPr/>
              </p:nvSpPr>
              <p:spPr>
                <a:xfrm>
                  <a:off x="3450771" y="1828800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280 h 195942"/>
                    <a:gd name="connsiteX1" fmla="*/ 196063 w 195942"/>
                    <a:gd name="connsiteY1" fmla="*/ 280 h 195942"/>
                    <a:gd name="connsiteX2" fmla="*/ 196063 w 195942"/>
                    <a:gd name="connsiteY2" fmla="*/ 196223 h 195942"/>
                    <a:gd name="connsiteX3" fmla="*/ 12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280"/>
                      </a:moveTo>
                      <a:lnTo>
                        <a:pt x="196063" y="280"/>
                      </a:lnTo>
                      <a:lnTo>
                        <a:pt x="196063" y="196223"/>
                      </a:lnTo>
                      <a:lnTo>
                        <a:pt x="12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0" name="任意多边形: 形状 449"/>
                <p:cNvSpPr/>
                <p:nvPr/>
              </p:nvSpPr>
              <p:spPr>
                <a:xfrm>
                  <a:off x="3646714" y="1828800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280 h 195942"/>
                    <a:gd name="connsiteX1" fmla="*/ 196093 w 195942"/>
                    <a:gd name="connsiteY1" fmla="*/ 280 h 195942"/>
                    <a:gd name="connsiteX2" fmla="*/ 196093 w 195942"/>
                    <a:gd name="connsiteY2" fmla="*/ 196223 h 195942"/>
                    <a:gd name="connsiteX3" fmla="*/ 15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280"/>
                      </a:moveTo>
                      <a:lnTo>
                        <a:pt x="196093" y="280"/>
                      </a:lnTo>
                      <a:lnTo>
                        <a:pt x="196093" y="196223"/>
                      </a:lnTo>
                      <a:lnTo>
                        <a:pt x="15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1" name="任意多边形: 形状 450"/>
                <p:cNvSpPr/>
                <p:nvPr/>
              </p:nvSpPr>
              <p:spPr>
                <a:xfrm>
                  <a:off x="3842657" y="1827945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280 h 195942"/>
                    <a:gd name="connsiteX1" fmla="*/ 196123 w 195942"/>
                    <a:gd name="connsiteY1" fmla="*/ 280 h 195942"/>
                    <a:gd name="connsiteX2" fmla="*/ 196123 w 195942"/>
                    <a:gd name="connsiteY2" fmla="*/ 196223 h 195942"/>
                    <a:gd name="connsiteX3" fmla="*/ 18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280"/>
                      </a:moveTo>
                      <a:lnTo>
                        <a:pt x="196123" y="280"/>
                      </a:lnTo>
                      <a:lnTo>
                        <a:pt x="196123" y="196223"/>
                      </a:lnTo>
                      <a:lnTo>
                        <a:pt x="18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2" name="任意多边形: 形状 451"/>
                <p:cNvSpPr/>
                <p:nvPr/>
              </p:nvSpPr>
              <p:spPr>
                <a:xfrm>
                  <a:off x="4038600" y="1828800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280 h 195942"/>
                    <a:gd name="connsiteX1" fmla="*/ 196153 w 195942"/>
                    <a:gd name="connsiteY1" fmla="*/ 280 h 195942"/>
                    <a:gd name="connsiteX2" fmla="*/ 196153 w 195942"/>
                    <a:gd name="connsiteY2" fmla="*/ 196223 h 195942"/>
                    <a:gd name="connsiteX3" fmla="*/ 21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280"/>
                      </a:moveTo>
                      <a:lnTo>
                        <a:pt x="196153" y="280"/>
                      </a:lnTo>
                      <a:lnTo>
                        <a:pt x="196153" y="196223"/>
                      </a:lnTo>
                      <a:lnTo>
                        <a:pt x="21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3" name="任意多边形: 形状 452"/>
                <p:cNvSpPr/>
                <p:nvPr/>
              </p:nvSpPr>
              <p:spPr>
                <a:xfrm>
                  <a:off x="4234542" y="1828800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280 h 195942"/>
                    <a:gd name="connsiteX1" fmla="*/ 196183 w 195942"/>
                    <a:gd name="connsiteY1" fmla="*/ 280 h 195942"/>
                    <a:gd name="connsiteX2" fmla="*/ 196183 w 195942"/>
                    <a:gd name="connsiteY2" fmla="*/ 196223 h 195942"/>
                    <a:gd name="connsiteX3" fmla="*/ 24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280"/>
                      </a:moveTo>
                      <a:lnTo>
                        <a:pt x="196183" y="280"/>
                      </a:lnTo>
                      <a:lnTo>
                        <a:pt x="196183" y="196223"/>
                      </a:lnTo>
                      <a:lnTo>
                        <a:pt x="24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4" name="任意多边形: 形状 453"/>
                <p:cNvSpPr/>
                <p:nvPr/>
              </p:nvSpPr>
              <p:spPr>
                <a:xfrm>
                  <a:off x="4430485" y="1828800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280 h 195942"/>
                    <a:gd name="connsiteX1" fmla="*/ 196213 w 195942"/>
                    <a:gd name="connsiteY1" fmla="*/ 280 h 195942"/>
                    <a:gd name="connsiteX2" fmla="*/ 196213 w 195942"/>
                    <a:gd name="connsiteY2" fmla="*/ 196223 h 195942"/>
                    <a:gd name="connsiteX3" fmla="*/ 270 w 195942"/>
                    <a:gd name="connsiteY3" fmla="*/ 19622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280"/>
                      </a:moveTo>
                      <a:lnTo>
                        <a:pt x="196213" y="280"/>
                      </a:lnTo>
                      <a:lnTo>
                        <a:pt x="196213" y="196223"/>
                      </a:lnTo>
                      <a:lnTo>
                        <a:pt x="270" y="19622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8" name="图形 5"/>
              <p:cNvGrpSpPr/>
              <p:nvPr/>
            </p:nvGrpSpPr>
            <p:grpSpPr>
              <a:xfrm>
                <a:off x="1900048" y="4026907"/>
                <a:ext cx="1175657" cy="195942"/>
                <a:chOff x="3450771" y="2024742"/>
                <a:chExt cx="1175657" cy="195942"/>
              </a:xfrm>
              <a:solidFill>
                <a:srgbClr val="000000"/>
              </a:solidFill>
            </p:grpSpPr>
            <p:sp>
              <p:nvSpPr>
                <p:cNvPr id="443" name="任意多边形: 形状 442"/>
                <p:cNvSpPr/>
                <p:nvPr/>
              </p:nvSpPr>
              <p:spPr>
                <a:xfrm>
                  <a:off x="3450771" y="2024742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10 h 195942"/>
                    <a:gd name="connsiteX1" fmla="*/ 196063 w 195942"/>
                    <a:gd name="connsiteY1" fmla="*/ 310 h 195942"/>
                    <a:gd name="connsiteX2" fmla="*/ 196063 w 195942"/>
                    <a:gd name="connsiteY2" fmla="*/ 196253 h 195942"/>
                    <a:gd name="connsiteX3" fmla="*/ 12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10"/>
                      </a:moveTo>
                      <a:lnTo>
                        <a:pt x="196063" y="310"/>
                      </a:lnTo>
                      <a:lnTo>
                        <a:pt x="196063" y="196253"/>
                      </a:lnTo>
                      <a:lnTo>
                        <a:pt x="12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4" name="任意多边形: 形状 443"/>
                <p:cNvSpPr/>
                <p:nvPr/>
              </p:nvSpPr>
              <p:spPr>
                <a:xfrm>
                  <a:off x="3646714" y="2024742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10 h 195942"/>
                    <a:gd name="connsiteX1" fmla="*/ 196093 w 195942"/>
                    <a:gd name="connsiteY1" fmla="*/ 310 h 195942"/>
                    <a:gd name="connsiteX2" fmla="*/ 196093 w 195942"/>
                    <a:gd name="connsiteY2" fmla="*/ 196253 h 195942"/>
                    <a:gd name="connsiteX3" fmla="*/ 15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10"/>
                      </a:moveTo>
                      <a:lnTo>
                        <a:pt x="196093" y="310"/>
                      </a:lnTo>
                      <a:lnTo>
                        <a:pt x="196093" y="196253"/>
                      </a:lnTo>
                      <a:lnTo>
                        <a:pt x="15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5" name="任意多边形: 形状 444"/>
                <p:cNvSpPr/>
                <p:nvPr/>
              </p:nvSpPr>
              <p:spPr>
                <a:xfrm>
                  <a:off x="3842657" y="2024742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10 h 195942"/>
                    <a:gd name="connsiteX1" fmla="*/ 196123 w 195942"/>
                    <a:gd name="connsiteY1" fmla="*/ 310 h 195942"/>
                    <a:gd name="connsiteX2" fmla="*/ 196123 w 195942"/>
                    <a:gd name="connsiteY2" fmla="*/ 196253 h 195942"/>
                    <a:gd name="connsiteX3" fmla="*/ 18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10"/>
                      </a:moveTo>
                      <a:lnTo>
                        <a:pt x="196123" y="310"/>
                      </a:lnTo>
                      <a:lnTo>
                        <a:pt x="196123" y="196253"/>
                      </a:lnTo>
                      <a:lnTo>
                        <a:pt x="18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6" name="任意多边形: 形状 445"/>
                <p:cNvSpPr/>
                <p:nvPr/>
              </p:nvSpPr>
              <p:spPr>
                <a:xfrm>
                  <a:off x="4038600" y="2024742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10 h 195942"/>
                    <a:gd name="connsiteX1" fmla="*/ 196153 w 195942"/>
                    <a:gd name="connsiteY1" fmla="*/ 310 h 195942"/>
                    <a:gd name="connsiteX2" fmla="*/ 196153 w 195942"/>
                    <a:gd name="connsiteY2" fmla="*/ 196253 h 195942"/>
                    <a:gd name="connsiteX3" fmla="*/ 21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10"/>
                      </a:moveTo>
                      <a:lnTo>
                        <a:pt x="196153" y="310"/>
                      </a:lnTo>
                      <a:lnTo>
                        <a:pt x="196153" y="196253"/>
                      </a:lnTo>
                      <a:lnTo>
                        <a:pt x="21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7" name="任意多边形: 形状 446"/>
                <p:cNvSpPr/>
                <p:nvPr/>
              </p:nvSpPr>
              <p:spPr>
                <a:xfrm>
                  <a:off x="4234542" y="2024742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10 h 195942"/>
                    <a:gd name="connsiteX1" fmla="*/ 196183 w 195942"/>
                    <a:gd name="connsiteY1" fmla="*/ 310 h 195942"/>
                    <a:gd name="connsiteX2" fmla="*/ 196183 w 195942"/>
                    <a:gd name="connsiteY2" fmla="*/ 196253 h 195942"/>
                    <a:gd name="connsiteX3" fmla="*/ 24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10"/>
                      </a:moveTo>
                      <a:lnTo>
                        <a:pt x="196183" y="310"/>
                      </a:lnTo>
                      <a:lnTo>
                        <a:pt x="196183" y="196253"/>
                      </a:lnTo>
                      <a:lnTo>
                        <a:pt x="24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8" name="任意多边形: 形状 447"/>
                <p:cNvSpPr/>
                <p:nvPr/>
              </p:nvSpPr>
              <p:spPr>
                <a:xfrm>
                  <a:off x="4430485" y="2024742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10 h 195942"/>
                    <a:gd name="connsiteX1" fmla="*/ 196213 w 195942"/>
                    <a:gd name="connsiteY1" fmla="*/ 310 h 195942"/>
                    <a:gd name="connsiteX2" fmla="*/ 196213 w 195942"/>
                    <a:gd name="connsiteY2" fmla="*/ 196253 h 195942"/>
                    <a:gd name="connsiteX3" fmla="*/ 270 w 195942"/>
                    <a:gd name="connsiteY3" fmla="*/ 19625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10"/>
                      </a:moveTo>
                      <a:lnTo>
                        <a:pt x="196213" y="310"/>
                      </a:lnTo>
                      <a:lnTo>
                        <a:pt x="196213" y="196253"/>
                      </a:lnTo>
                      <a:lnTo>
                        <a:pt x="270" y="19625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9" name="图形 5"/>
              <p:cNvGrpSpPr/>
              <p:nvPr/>
            </p:nvGrpSpPr>
            <p:grpSpPr>
              <a:xfrm>
                <a:off x="1900048" y="4222850"/>
                <a:ext cx="1175657" cy="195942"/>
                <a:chOff x="3450771" y="2220685"/>
                <a:chExt cx="1175657" cy="195942"/>
              </a:xfrm>
              <a:solidFill>
                <a:srgbClr val="000000"/>
              </a:solidFill>
            </p:grpSpPr>
            <p:sp>
              <p:nvSpPr>
                <p:cNvPr id="437" name="任意多边形: 形状 436"/>
                <p:cNvSpPr/>
                <p:nvPr/>
              </p:nvSpPr>
              <p:spPr>
                <a:xfrm>
                  <a:off x="3450771" y="2220685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40 h 195942"/>
                    <a:gd name="connsiteX1" fmla="*/ 196063 w 195942"/>
                    <a:gd name="connsiteY1" fmla="*/ 340 h 195942"/>
                    <a:gd name="connsiteX2" fmla="*/ 196063 w 195942"/>
                    <a:gd name="connsiteY2" fmla="*/ 196283 h 195942"/>
                    <a:gd name="connsiteX3" fmla="*/ 12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40"/>
                      </a:moveTo>
                      <a:lnTo>
                        <a:pt x="196063" y="340"/>
                      </a:lnTo>
                      <a:lnTo>
                        <a:pt x="196063" y="196283"/>
                      </a:lnTo>
                      <a:lnTo>
                        <a:pt x="12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8" name="任意多边形: 形状 437"/>
                <p:cNvSpPr/>
                <p:nvPr/>
              </p:nvSpPr>
              <p:spPr>
                <a:xfrm>
                  <a:off x="3646714" y="2220685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40 h 195942"/>
                    <a:gd name="connsiteX1" fmla="*/ 196093 w 195942"/>
                    <a:gd name="connsiteY1" fmla="*/ 340 h 195942"/>
                    <a:gd name="connsiteX2" fmla="*/ 196093 w 195942"/>
                    <a:gd name="connsiteY2" fmla="*/ 196283 h 195942"/>
                    <a:gd name="connsiteX3" fmla="*/ 15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40"/>
                      </a:moveTo>
                      <a:lnTo>
                        <a:pt x="196093" y="340"/>
                      </a:lnTo>
                      <a:lnTo>
                        <a:pt x="196093" y="196283"/>
                      </a:lnTo>
                      <a:lnTo>
                        <a:pt x="15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9" name="任意多边形: 形状 438"/>
                <p:cNvSpPr/>
                <p:nvPr/>
              </p:nvSpPr>
              <p:spPr>
                <a:xfrm>
                  <a:off x="3842657" y="2220685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40 h 195942"/>
                    <a:gd name="connsiteX1" fmla="*/ 196123 w 195942"/>
                    <a:gd name="connsiteY1" fmla="*/ 340 h 195942"/>
                    <a:gd name="connsiteX2" fmla="*/ 196123 w 195942"/>
                    <a:gd name="connsiteY2" fmla="*/ 196283 h 195942"/>
                    <a:gd name="connsiteX3" fmla="*/ 18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40"/>
                      </a:moveTo>
                      <a:lnTo>
                        <a:pt x="196123" y="340"/>
                      </a:lnTo>
                      <a:lnTo>
                        <a:pt x="196123" y="196283"/>
                      </a:lnTo>
                      <a:lnTo>
                        <a:pt x="18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0" name="任意多边形: 形状 439"/>
                <p:cNvSpPr/>
                <p:nvPr/>
              </p:nvSpPr>
              <p:spPr>
                <a:xfrm>
                  <a:off x="4038600" y="2220685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40 h 195942"/>
                    <a:gd name="connsiteX1" fmla="*/ 196153 w 195942"/>
                    <a:gd name="connsiteY1" fmla="*/ 340 h 195942"/>
                    <a:gd name="connsiteX2" fmla="*/ 196153 w 195942"/>
                    <a:gd name="connsiteY2" fmla="*/ 196283 h 195942"/>
                    <a:gd name="connsiteX3" fmla="*/ 21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40"/>
                      </a:moveTo>
                      <a:lnTo>
                        <a:pt x="196153" y="340"/>
                      </a:lnTo>
                      <a:lnTo>
                        <a:pt x="196153" y="196283"/>
                      </a:lnTo>
                      <a:lnTo>
                        <a:pt x="21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1" name="任意多边形: 形状 440"/>
                <p:cNvSpPr/>
                <p:nvPr/>
              </p:nvSpPr>
              <p:spPr>
                <a:xfrm>
                  <a:off x="4234542" y="2220685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40 h 195942"/>
                    <a:gd name="connsiteX1" fmla="*/ 196183 w 195942"/>
                    <a:gd name="connsiteY1" fmla="*/ 340 h 195942"/>
                    <a:gd name="connsiteX2" fmla="*/ 196183 w 195942"/>
                    <a:gd name="connsiteY2" fmla="*/ 196283 h 195942"/>
                    <a:gd name="connsiteX3" fmla="*/ 24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40"/>
                      </a:moveTo>
                      <a:lnTo>
                        <a:pt x="196183" y="340"/>
                      </a:lnTo>
                      <a:lnTo>
                        <a:pt x="196183" y="196283"/>
                      </a:lnTo>
                      <a:lnTo>
                        <a:pt x="24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2" name="任意多边形: 形状 441"/>
                <p:cNvSpPr/>
                <p:nvPr/>
              </p:nvSpPr>
              <p:spPr>
                <a:xfrm>
                  <a:off x="4430485" y="2220685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40 h 195942"/>
                    <a:gd name="connsiteX1" fmla="*/ 196213 w 195942"/>
                    <a:gd name="connsiteY1" fmla="*/ 340 h 195942"/>
                    <a:gd name="connsiteX2" fmla="*/ 196213 w 195942"/>
                    <a:gd name="connsiteY2" fmla="*/ 196283 h 195942"/>
                    <a:gd name="connsiteX3" fmla="*/ 270 w 195942"/>
                    <a:gd name="connsiteY3" fmla="*/ 19628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40"/>
                      </a:moveTo>
                      <a:lnTo>
                        <a:pt x="196213" y="340"/>
                      </a:lnTo>
                      <a:lnTo>
                        <a:pt x="196213" y="196283"/>
                      </a:lnTo>
                      <a:lnTo>
                        <a:pt x="270" y="19628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0" name="图形 5"/>
              <p:cNvGrpSpPr/>
              <p:nvPr/>
            </p:nvGrpSpPr>
            <p:grpSpPr>
              <a:xfrm>
                <a:off x="1900048" y="4418793"/>
                <a:ext cx="1175657" cy="195942"/>
                <a:chOff x="3450771" y="2416628"/>
                <a:chExt cx="1175657" cy="195942"/>
              </a:xfrm>
              <a:solidFill>
                <a:srgbClr val="000000"/>
              </a:solidFill>
            </p:grpSpPr>
            <p:sp>
              <p:nvSpPr>
                <p:cNvPr id="431" name="任意多边形: 形状 430"/>
                <p:cNvSpPr/>
                <p:nvPr/>
              </p:nvSpPr>
              <p:spPr>
                <a:xfrm>
                  <a:off x="3450771" y="2416628"/>
                  <a:ext cx="195942" cy="195942"/>
                </a:xfrm>
                <a:custGeom>
                  <a:avLst/>
                  <a:gdLst>
                    <a:gd name="connsiteX0" fmla="*/ 120 w 195942"/>
                    <a:gd name="connsiteY0" fmla="*/ 370 h 195942"/>
                    <a:gd name="connsiteX1" fmla="*/ 196063 w 195942"/>
                    <a:gd name="connsiteY1" fmla="*/ 370 h 195942"/>
                    <a:gd name="connsiteX2" fmla="*/ 196063 w 195942"/>
                    <a:gd name="connsiteY2" fmla="*/ 196313 h 195942"/>
                    <a:gd name="connsiteX3" fmla="*/ 12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20" y="370"/>
                      </a:moveTo>
                      <a:lnTo>
                        <a:pt x="196063" y="370"/>
                      </a:lnTo>
                      <a:lnTo>
                        <a:pt x="196063" y="196313"/>
                      </a:lnTo>
                      <a:lnTo>
                        <a:pt x="12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2" name="任意多边形: 形状 431"/>
                <p:cNvSpPr/>
                <p:nvPr/>
              </p:nvSpPr>
              <p:spPr>
                <a:xfrm>
                  <a:off x="3646714" y="2416628"/>
                  <a:ext cx="195942" cy="195942"/>
                </a:xfrm>
                <a:custGeom>
                  <a:avLst/>
                  <a:gdLst>
                    <a:gd name="connsiteX0" fmla="*/ 150 w 195942"/>
                    <a:gd name="connsiteY0" fmla="*/ 370 h 195942"/>
                    <a:gd name="connsiteX1" fmla="*/ 196093 w 195942"/>
                    <a:gd name="connsiteY1" fmla="*/ 370 h 195942"/>
                    <a:gd name="connsiteX2" fmla="*/ 196093 w 195942"/>
                    <a:gd name="connsiteY2" fmla="*/ 196313 h 195942"/>
                    <a:gd name="connsiteX3" fmla="*/ 15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50" y="370"/>
                      </a:moveTo>
                      <a:lnTo>
                        <a:pt x="196093" y="370"/>
                      </a:lnTo>
                      <a:lnTo>
                        <a:pt x="196093" y="196313"/>
                      </a:lnTo>
                      <a:lnTo>
                        <a:pt x="15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3" name="任意多边形: 形状 432"/>
                <p:cNvSpPr/>
                <p:nvPr/>
              </p:nvSpPr>
              <p:spPr>
                <a:xfrm>
                  <a:off x="3842657" y="2416628"/>
                  <a:ext cx="195942" cy="195942"/>
                </a:xfrm>
                <a:custGeom>
                  <a:avLst/>
                  <a:gdLst>
                    <a:gd name="connsiteX0" fmla="*/ 180 w 195942"/>
                    <a:gd name="connsiteY0" fmla="*/ 370 h 195942"/>
                    <a:gd name="connsiteX1" fmla="*/ 196123 w 195942"/>
                    <a:gd name="connsiteY1" fmla="*/ 370 h 195942"/>
                    <a:gd name="connsiteX2" fmla="*/ 196123 w 195942"/>
                    <a:gd name="connsiteY2" fmla="*/ 196313 h 195942"/>
                    <a:gd name="connsiteX3" fmla="*/ 18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180" y="370"/>
                      </a:moveTo>
                      <a:lnTo>
                        <a:pt x="196123" y="370"/>
                      </a:lnTo>
                      <a:lnTo>
                        <a:pt x="196123" y="196313"/>
                      </a:lnTo>
                      <a:lnTo>
                        <a:pt x="18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4" name="任意多边形: 形状 433"/>
                <p:cNvSpPr/>
                <p:nvPr/>
              </p:nvSpPr>
              <p:spPr>
                <a:xfrm>
                  <a:off x="4038600" y="2416628"/>
                  <a:ext cx="195942" cy="195942"/>
                </a:xfrm>
                <a:custGeom>
                  <a:avLst/>
                  <a:gdLst>
                    <a:gd name="connsiteX0" fmla="*/ 210 w 195942"/>
                    <a:gd name="connsiteY0" fmla="*/ 370 h 195942"/>
                    <a:gd name="connsiteX1" fmla="*/ 196153 w 195942"/>
                    <a:gd name="connsiteY1" fmla="*/ 370 h 195942"/>
                    <a:gd name="connsiteX2" fmla="*/ 196153 w 195942"/>
                    <a:gd name="connsiteY2" fmla="*/ 196313 h 195942"/>
                    <a:gd name="connsiteX3" fmla="*/ 21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10" y="370"/>
                      </a:moveTo>
                      <a:lnTo>
                        <a:pt x="196153" y="370"/>
                      </a:lnTo>
                      <a:lnTo>
                        <a:pt x="196153" y="196313"/>
                      </a:lnTo>
                      <a:lnTo>
                        <a:pt x="21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5" name="任意多边形: 形状 434"/>
                <p:cNvSpPr/>
                <p:nvPr/>
              </p:nvSpPr>
              <p:spPr>
                <a:xfrm>
                  <a:off x="4234542" y="2416628"/>
                  <a:ext cx="195942" cy="195942"/>
                </a:xfrm>
                <a:custGeom>
                  <a:avLst/>
                  <a:gdLst>
                    <a:gd name="connsiteX0" fmla="*/ 240 w 195942"/>
                    <a:gd name="connsiteY0" fmla="*/ 370 h 195942"/>
                    <a:gd name="connsiteX1" fmla="*/ 196183 w 195942"/>
                    <a:gd name="connsiteY1" fmla="*/ 370 h 195942"/>
                    <a:gd name="connsiteX2" fmla="*/ 196183 w 195942"/>
                    <a:gd name="connsiteY2" fmla="*/ 196313 h 195942"/>
                    <a:gd name="connsiteX3" fmla="*/ 24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40" y="370"/>
                      </a:moveTo>
                      <a:lnTo>
                        <a:pt x="196183" y="370"/>
                      </a:lnTo>
                      <a:lnTo>
                        <a:pt x="196183" y="196313"/>
                      </a:lnTo>
                      <a:lnTo>
                        <a:pt x="24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6" name="任意多边形: 形状 435"/>
                <p:cNvSpPr/>
                <p:nvPr/>
              </p:nvSpPr>
              <p:spPr>
                <a:xfrm>
                  <a:off x="4430485" y="2416628"/>
                  <a:ext cx="195942" cy="195942"/>
                </a:xfrm>
                <a:custGeom>
                  <a:avLst/>
                  <a:gdLst>
                    <a:gd name="connsiteX0" fmla="*/ 270 w 195942"/>
                    <a:gd name="connsiteY0" fmla="*/ 370 h 195942"/>
                    <a:gd name="connsiteX1" fmla="*/ 196213 w 195942"/>
                    <a:gd name="connsiteY1" fmla="*/ 370 h 195942"/>
                    <a:gd name="connsiteX2" fmla="*/ 196213 w 195942"/>
                    <a:gd name="connsiteY2" fmla="*/ 196313 h 195942"/>
                    <a:gd name="connsiteX3" fmla="*/ 270 w 195942"/>
                    <a:gd name="connsiteY3" fmla="*/ 196313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270" y="370"/>
                      </a:moveTo>
                      <a:lnTo>
                        <a:pt x="196213" y="370"/>
                      </a:lnTo>
                      <a:lnTo>
                        <a:pt x="196213" y="196313"/>
                      </a:lnTo>
                      <a:lnTo>
                        <a:pt x="270" y="196313"/>
                      </a:lnTo>
                      <a:close/>
                    </a:path>
                  </a:pathLst>
                </a:custGeom>
                <a:solidFill>
                  <a:srgbClr val="D9EAD3"/>
                </a:solidFill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398" name="直接箭头连接符 397"/>
            <p:cNvCxnSpPr/>
            <p:nvPr/>
          </p:nvCxnSpPr>
          <p:spPr>
            <a:xfrm flipV="1">
              <a:off x="1724606" y="2715417"/>
              <a:ext cx="2303530" cy="464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99" name="文本框 398"/>
            <p:cNvSpPr txBox="1"/>
            <p:nvPr/>
          </p:nvSpPr>
          <p:spPr>
            <a:xfrm>
              <a:off x="1793458" y="2296674"/>
              <a:ext cx="2419354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Self attention N</a:t>
              </a:r>
              <a:endPara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00" name="图形 5"/>
            <p:cNvGrpSpPr/>
            <p:nvPr/>
          </p:nvGrpSpPr>
          <p:grpSpPr>
            <a:xfrm>
              <a:off x="4169300" y="2235758"/>
              <a:ext cx="739560" cy="845916"/>
              <a:chOff x="7238999" y="5127171"/>
              <a:chExt cx="783771" cy="979713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401" name="图形 5"/>
              <p:cNvGrpSpPr/>
              <p:nvPr/>
            </p:nvGrpSpPr>
            <p:grpSpPr>
              <a:xfrm>
                <a:off x="7238999" y="5127171"/>
                <a:ext cx="783771" cy="252506"/>
                <a:chOff x="7238999" y="5127171"/>
                <a:chExt cx="783771" cy="252506"/>
              </a:xfrm>
              <a:grpFill/>
            </p:grpSpPr>
            <p:sp>
              <p:nvSpPr>
                <p:cNvPr id="422" name="任意多边形: 形状 421"/>
                <p:cNvSpPr/>
                <p:nvPr/>
              </p:nvSpPr>
              <p:spPr>
                <a:xfrm>
                  <a:off x="7238999" y="5127171"/>
                  <a:ext cx="234609" cy="252506"/>
                </a:xfrm>
                <a:custGeom>
                  <a:avLst/>
                  <a:gdLst>
                    <a:gd name="connsiteX0" fmla="*/ 700 w 195942"/>
                    <a:gd name="connsiteY0" fmla="*/ 785 h 195942"/>
                    <a:gd name="connsiteX1" fmla="*/ 196643 w 195942"/>
                    <a:gd name="connsiteY1" fmla="*/ 785 h 195942"/>
                    <a:gd name="connsiteX2" fmla="*/ 196643 w 195942"/>
                    <a:gd name="connsiteY2" fmla="*/ 196728 h 195942"/>
                    <a:gd name="connsiteX3" fmla="*/ 70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785"/>
                      </a:moveTo>
                      <a:lnTo>
                        <a:pt x="196643" y="785"/>
                      </a:lnTo>
                      <a:lnTo>
                        <a:pt x="196643" y="196728"/>
                      </a:lnTo>
                      <a:lnTo>
                        <a:pt x="70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3" name="任意多边形: 形状 422"/>
                <p:cNvSpPr/>
                <p:nvPr/>
              </p:nvSpPr>
              <p:spPr>
                <a:xfrm>
                  <a:off x="7434942" y="5127171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785 h 195942"/>
                    <a:gd name="connsiteX1" fmla="*/ 196673 w 195942"/>
                    <a:gd name="connsiteY1" fmla="*/ 785 h 195942"/>
                    <a:gd name="connsiteX2" fmla="*/ 196673 w 195942"/>
                    <a:gd name="connsiteY2" fmla="*/ 196728 h 195942"/>
                    <a:gd name="connsiteX3" fmla="*/ 73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785"/>
                      </a:moveTo>
                      <a:lnTo>
                        <a:pt x="196673" y="785"/>
                      </a:lnTo>
                      <a:lnTo>
                        <a:pt x="196673" y="196728"/>
                      </a:lnTo>
                      <a:lnTo>
                        <a:pt x="73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4" name="任意多边形: 形状 423"/>
                <p:cNvSpPr/>
                <p:nvPr/>
              </p:nvSpPr>
              <p:spPr>
                <a:xfrm>
                  <a:off x="7630885" y="5127171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785 h 195942"/>
                    <a:gd name="connsiteX1" fmla="*/ 196703 w 195942"/>
                    <a:gd name="connsiteY1" fmla="*/ 785 h 195942"/>
                    <a:gd name="connsiteX2" fmla="*/ 196703 w 195942"/>
                    <a:gd name="connsiteY2" fmla="*/ 196728 h 195942"/>
                    <a:gd name="connsiteX3" fmla="*/ 76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785"/>
                      </a:moveTo>
                      <a:lnTo>
                        <a:pt x="196703" y="785"/>
                      </a:lnTo>
                      <a:lnTo>
                        <a:pt x="196703" y="196728"/>
                      </a:lnTo>
                      <a:lnTo>
                        <a:pt x="76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5" name="任意多边形: 形状 424"/>
                <p:cNvSpPr/>
                <p:nvPr/>
              </p:nvSpPr>
              <p:spPr>
                <a:xfrm>
                  <a:off x="7826828" y="5127171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785 h 195942"/>
                    <a:gd name="connsiteX1" fmla="*/ 196733 w 195942"/>
                    <a:gd name="connsiteY1" fmla="*/ 785 h 195942"/>
                    <a:gd name="connsiteX2" fmla="*/ 196733 w 195942"/>
                    <a:gd name="connsiteY2" fmla="*/ 196728 h 195942"/>
                    <a:gd name="connsiteX3" fmla="*/ 790 w 195942"/>
                    <a:gd name="connsiteY3" fmla="*/ 19672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785"/>
                      </a:moveTo>
                      <a:lnTo>
                        <a:pt x="196733" y="785"/>
                      </a:lnTo>
                      <a:lnTo>
                        <a:pt x="196733" y="196728"/>
                      </a:lnTo>
                      <a:lnTo>
                        <a:pt x="790" y="19672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2" name="图形 5"/>
              <p:cNvGrpSpPr/>
              <p:nvPr/>
            </p:nvGrpSpPr>
            <p:grpSpPr>
              <a:xfrm>
                <a:off x="7239000" y="5323114"/>
                <a:ext cx="783770" cy="195942"/>
                <a:chOff x="7239000" y="5323114"/>
                <a:chExt cx="783770" cy="195942"/>
              </a:xfrm>
              <a:grpFill/>
            </p:grpSpPr>
            <p:sp>
              <p:nvSpPr>
                <p:cNvPr id="418" name="任意多边形: 形状 417"/>
                <p:cNvSpPr/>
                <p:nvPr/>
              </p:nvSpPr>
              <p:spPr>
                <a:xfrm>
                  <a:off x="7239000" y="5323114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15 h 195942"/>
                    <a:gd name="connsiteX1" fmla="*/ 196643 w 195942"/>
                    <a:gd name="connsiteY1" fmla="*/ 815 h 195942"/>
                    <a:gd name="connsiteX2" fmla="*/ 196643 w 195942"/>
                    <a:gd name="connsiteY2" fmla="*/ 196758 h 195942"/>
                    <a:gd name="connsiteX3" fmla="*/ 70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15"/>
                      </a:moveTo>
                      <a:lnTo>
                        <a:pt x="196643" y="815"/>
                      </a:lnTo>
                      <a:lnTo>
                        <a:pt x="196643" y="196758"/>
                      </a:lnTo>
                      <a:lnTo>
                        <a:pt x="70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9" name="任意多边形: 形状 418"/>
                <p:cNvSpPr/>
                <p:nvPr/>
              </p:nvSpPr>
              <p:spPr>
                <a:xfrm>
                  <a:off x="7434942" y="5323114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15 h 195942"/>
                    <a:gd name="connsiteX1" fmla="*/ 196673 w 195942"/>
                    <a:gd name="connsiteY1" fmla="*/ 815 h 195942"/>
                    <a:gd name="connsiteX2" fmla="*/ 196673 w 195942"/>
                    <a:gd name="connsiteY2" fmla="*/ 196758 h 195942"/>
                    <a:gd name="connsiteX3" fmla="*/ 73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15"/>
                      </a:moveTo>
                      <a:lnTo>
                        <a:pt x="196673" y="815"/>
                      </a:lnTo>
                      <a:lnTo>
                        <a:pt x="196673" y="196758"/>
                      </a:lnTo>
                      <a:lnTo>
                        <a:pt x="73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0" name="任意多边形: 形状 419"/>
                <p:cNvSpPr/>
                <p:nvPr/>
              </p:nvSpPr>
              <p:spPr>
                <a:xfrm>
                  <a:off x="7630885" y="5323114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15 h 195942"/>
                    <a:gd name="connsiteX1" fmla="*/ 196703 w 195942"/>
                    <a:gd name="connsiteY1" fmla="*/ 815 h 195942"/>
                    <a:gd name="connsiteX2" fmla="*/ 196703 w 195942"/>
                    <a:gd name="connsiteY2" fmla="*/ 196758 h 195942"/>
                    <a:gd name="connsiteX3" fmla="*/ 76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15"/>
                      </a:moveTo>
                      <a:lnTo>
                        <a:pt x="196703" y="815"/>
                      </a:lnTo>
                      <a:lnTo>
                        <a:pt x="196703" y="196758"/>
                      </a:lnTo>
                      <a:lnTo>
                        <a:pt x="76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1" name="任意多边形: 形状 420"/>
                <p:cNvSpPr/>
                <p:nvPr/>
              </p:nvSpPr>
              <p:spPr>
                <a:xfrm>
                  <a:off x="7826828" y="5323114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15 h 195942"/>
                    <a:gd name="connsiteX1" fmla="*/ 196733 w 195942"/>
                    <a:gd name="connsiteY1" fmla="*/ 815 h 195942"/>
                    <a:gd name="connsiteX2" fmla="*/ 196733 w 195942"/>
                    <a:gd name="connsiteY2" fmla="*/ 196758 h 195942"/>
                    <a:gd name="connsiteX3" fmla="*/ 790 w 195942"/>
                    <a:gd name="connsiteY3" fmla="*/ 19675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15"/>
                      </a:moveTo>
                      <a:lnTo>
                        <a:pt x="196733" y="815"/>
                      </a:lnTo>
                      <a:lnTo>
                        <a:pt x="196733" y="196758"/>
                      </a:lnTo>
                      <a:lnTo>
                        <a:pt x="790" y="19675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3" name="图形 5"/>
              <p:cNvGrpSpPr/>
              <p:nvPr/>
            </p:nvGrpSpPr>
            <p:grpSpPr>
              <a:xfrm>
                <a:off x="7239000" y="5519057"/>
                <a:ext cx="783770" cy="195942"/>
                <a:chOff x="7239000" y="5519057"/>
                <a:chExt cx="783770" cy="195942"/>
              </a:xfrm>
              <a:grpFill/>
            </p:grpSpPr>
            <p:sp>
              <p:nvSpPr>
                <p:cNvPr id="414" name="任意多边形: 形状 413"/>
                <p:cNvSpPr/>
                <p:nvPr/>
              </p:nvSpPr>
              <p:spPr>
                <a:xfrm>
                  <a:off x="7239000" y="5519057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45 h 195942"/>
                    <a:gd name="connsiteX1" fmla="*/ 196643 w 195942"/>
                    <a:gd name="connsiteY1" fmla="*/ 845 h 195942"/>
                    <a:gd name="connsiteX2" fmla="*/ 196643 w 195942"/>
                    <a:gd name="connsiteY2" fmla="*/ 196788 h 195942"/>
                    <a:gd name="connsiteX3" fmla="*/ 70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45"/>
                      </a:moveTo>
                      <a:lnTo>
                        <a:pt x="196643" y="845"/>
                      </a:lnTo>
                      <a:lnTo>
                        <a:pt x="196643" y="196788"/>
                      </a:lnTo>
                      <a:lnTo>
                        <a:pt x="70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5" name="任意多边形: 形状 414"/>
                <p:cNvSpPr/>
                <p:nvPr/>
              </p:nvSpPr>
              <p:spPr>
                <a:xfrm>
                  <a:off x="7434942" y="5519057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45 h 195942"/>
                    <a:gd name="connsiteX1" fmla="*/ 196673 w 195942"/>
                    <a:gd name="connsiteY1" fmla="*/ 845 h 195942"/>
                    <a:gd name="connsiteX2" fmla="*/ 196673 w 195942"/>
                    <a:gd name="connsiteY2" fmla="*/ 196788 h 195942"/>
                    <a:gd name="connsiteX3" fmla="*/ 73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45"/>
                      </a:moveTo>
                      <a:lnTo>
                        <a:pt x="196673" y="845"/>
                      </a:lnTo>
                      <a:lnTo>
                        <a:pt x="196673" y="196788"/>
                      </a:lnTo>
                      <a:lnTo>
                        <a:pt x="73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6" name="任意多边形: 形状 415"/>
                <p:cNvSpPr/>
                <p:nvPr/>
              </p:nvSpPr>
              <p:spPr>
                <a:xfrm>
                  <a:off x="7630885" y="5519057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45 h 195942"/>
                    <a:gd name="connsiteX1" fmla="*/ 196703 w 195942"/>
                    <a:gd name="connsiteY1" fmla="*/ 845 h 195942"/>
                    <a:gd name="connsiteX2" fmla="*/ 196703 w 195942"/>
                    <a:gd name="connsiteY2" fmla="*/ 196788 h 195942"/>
                    <a:gd name="connsiteX3" fmla="*/ 76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45"/>
                      </a:moveTo>
                      <a:lnTo>
                        <a:pt x="196703" y="845"/>
                      </a:lnTo>
                      <a:lnTo>
                        <a:pt x="196703" y="196788"/>
                      </a:lnTo>
                      <a:lnTo>
                        <a:pt x="76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7" name="任意多边形: 形状 416"/>
                <p:cNvSpPr/>
                <p:nvPr/>
              </p:nvSpPr>
              <p:spPr>
                <a:xfrm>
                  <a:off x="7826828" y="5519057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45 h 195942"/>
                    <a:gd name="connsiteX1" fmla="*/ 196733 w 195942"/>
                    <a:gd name="connsiteY1" fmla="*/ 845 h 195942"/>
                    <a:gd name="connsiteX2" fmla="*/ 196733 w 195942"/>
                    <a:gd name="connsiteY2" fmla="*/ 196788 h 195942"/>
                    <a:gd name="connsiteX3" fmla="*/ 790 w 195942"/>
                    <a:gd name="connsiteY3" fmla="*/ 19678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45"/>
                      </a:moveTo>
                      <a:lnTo>
                        <a:pt x="196733" y="845"/>
                      </a:lnTo>
                      <a:lnTo>
                        <a:pt x="196733" y="196788"/>
                      </a:lnTo>
                      <a:lnTo>
                        <a:pt x="790" y="19678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4" name="图形 5"/>
              <p:cNvGrpSpPr/>
              <p:nvPr/>
            </p:nvGrpSpPr>
            <p:grpSpPr>
              <a:xfrm>
                <a:off x="7239000" y="5715000"/>
                <a:ext cx="783770" cy="195942"/>
                <a:chOff x="7239000" y="5715000"/>
                <a:chExt cx="783770" cy="195942"/>
              </a:xfrm>
              <a:grpFill/>
            </p:grpSpPr>
            <p:sp>
              <p:nvSpPr>
                <p:cNvPr id="410" name="任意多边形: 形状 409"/>
                <p:cNvSpPr/>
                <p:nvPr/>
              </p:nvSpPr>
              <p:spPr>
                <a:xfrm>
                  <a:off x="7239000" y="5715000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875 h 195942"/>
                    <a:gd name="connsiteX1" fmla="*/ 196643 w 195942"/>
                    <a:gd name="connsiteY1" fmla="*/ 875 h 195942"/>
                    <a:gd name="connsiteX2" fmla="*/ 196643 w 195942"/>
                    <a:gd name="connsiteY2" fmla="*/ 196818 h 195942"/>
                    <a:gd name="connsiteX3" fmla="*/ 70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875"/>
                      </a:moveTo>
                      <a:lnTo>
                        <a:pt x="196643" y="875"/>
                      </a:lnTo>
                      <a:lnTo>
                        <a:pt x="196643" y="196818"/>
                      </a:lnTo>
                      <a:lnTo>
                        <a:pt x="70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1" name="任意多边形: 形状 410"/>
                <p:cNvSpPr/>
                <p:nvPr/>
              </p:nvSpPr>
              <p:spPr>
                <a:xfrm>
                  <a:off x="7434942" y="5715000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875 h 195942"/>
                    <a:gd name="connsiteX1" fmla="*/ 196673 w 195942"/>
                    <a:gd name="connsiteY1" fmla="*/ 875 h 195942"/>
                    <a:gd name="connsiteX2" fmla="*/ 196673 w 195942"/>
                    <a:gd name="connsiteY2" fmla="*/ 196818 h 195942"/>
                    <a:gd name="connsiteX3" fmla="*/ 73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875"/>
                      </a:moveTo>
                      <a:lnTo>
                        <a:pt x="196673" y="875"/>
                      </a:lnTo>
                      <a:lnTo>
                        <a:pt x="196673" y="196818"/>
                      </a:lnTo>
                      <a:lnTo>
                        <a:pt x="73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2" name="任意多边形: 形状 411"/>
                <p:cNvSpPr/>
                <p:nvPr/>
              </p:nvSpPr>
              <p:spPr>
                <a:xfrm>
                  <a:off x="7630885" y="5715000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875 h 195942"/>
                    <a:gd name="connsiteX1" fmla="*/ 196703 w 195942"/>
                    <a:gd name="connsiteY1" fmla="*/ 875 h 195942"/>
                    <a:gd name="connsiteX2" fmla="*/ 196703 w 195942"/>
                    <a:gd name="connsiteY2" fmla="*/ 196818 h 195942"/>
                    <a:gd name="connsiteX3" fmla="*/ 76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875"/>
                      </a:moveTo>
                      <a:lnTo>
                        <a:pt x="196703" y="875"/>
                      </a:lnTo>
                      <a:lnTo>
                        <a:pt x="196703" y="196818"/>
                      </a:lnTo>
                      <a:lnTo>
                        <a:pt x="76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3" name="任意多边形: 形状 412"/>
                <p:cNvSpPr/>
                <p:nvPr/>
              </p:nvSpPr>
              <p:spPr>
                <a:xfrm>
                  <a:off x="7826828" y="5715000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875 h 195942"/>
                    <a:gd name="connsiteX1" fmla="*/ 196733 w 195942"/>
                    <a:gd name="connsiteY1" fmla="*/ 875 h 195942"/>
                    <a:gd name="connsiteX2" fmla="*/ 196733 w 195942"/>
                    <a:gd name="connsiteY2" fmla="*/ 196818 h 195942"/>
                    <a:gd name="connsiteX3" fmla="*/ 790 w 195942"/>
                    <a:gd name="connsiteY3" fmla="*/ 19681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875"/>
                      </a:moveTo>
                      <a:lnTo>
                        <a:pt x="196733" y="875"/>
                      </a:lnTo>
                      <a:lnTo>
                        <a:pt x="196733" y="196818"/>
                      </a:lnTo>
                      <a:lnTo>
                        <a:pt x="790" y="19681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5" name="图形 5"/>
              <p:cNvGrpSpPr/>
              <p:nvPr/>
            </p:nvGrpSpPr>
            <p:grpSpPr>
              <a:xfrm>
                <a:off x="7239000" y="5910942"/>
                <a:ext cx="783770" cy="195942"/>
                <a:chOff x="7239000" y="5910942"/>
                <a:chExt cx="783770" cy="195942"/>
              </a:xfrm>
              <a:grpFill/>
            </p:grpSpPr>
            <p:sp>
              <p:nvSpPr>
                <p:cNvPr id="406" name="任意多边形: 形状 405"/>
                <p:cNvSpPr/>
                <p:nvPr/>
              </p:nvSpPr>
              <p:spPr>
                <a:xfrm>
                  <a:off x="7239000" y="5910942"/>
                  <a:ext cx="195942" cy="195942"/>
                </a:xfrm>
                <a:custGeom>
                  <a:avLst/>
                  <a:gdLst>
                    <a:gd name="connsiteX0" fmla="*/ 700 w 195942"/>
                    <a:gd name="connsiteY0" fmla="*/ 905 h 195942"/>
                    <a:gd name="connsiteX1" fmla="*/ 196643 w 195942"/>
                    <a:gd name="connsiteY1" fmla="*/ 905 h 195942"/>
                    <a:gd name="connsiteX2" fmla="*/ 196643 w 195942"/>
                    <a:gd name="connsiteY2" fmla="*/ 196848 h 195942"/>
                    <a:gd name="connsiteX3" fmla="*/ 70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00" y="905"/>
                      </a:moveTo>
                      <a:lnTo>
                        <a:pt x="196643" y="905"/>
                      </a:lnTo>
                      <a:lnTo>
                        <a:pt x="196643" y="196848"/>
                      </a:lnTo>
                      <a:lnTo>
                        <a:pt x="70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07" name="任意多边形: 形状 406"/>
                <p:cNvSpPr/>
                <p:nvPr/>
              </p:nvSpPr>
              <p:spPr>
                <a:xfrm>
                  <a:off x="7434942" y="5910942"/>
                  <a:ext cx="195942" cy="195942"/>
                </a:xfrm>
                <a:custGeom>
                  <a:avLst/>
                  <a:gdLst>
                    <a:gd name="connsiteX0" fmla="*/ 730 w 195942"/>
                    <a:gd name="connsiteY0" fmla="*/ 905 h 195942"/>
                    <a:gd name="connsiteX1" fmla="*/ 196673 w 195942"/>
                    <a:gd name="connsiteY1" fmla="*/ 905 h 195942"/>
                    <a:gd name="connsiteX2" fmla="*/ 196673 w 195942"/>
                    <a:gd name="connsiteY2" fmla="*/ 196848 h 195942"/>
                    <a:gd name="connsiteX3" fmla="*/ 73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30" y="905"/>
                      </a:moveTo>
                      <a:lnTo>
                        <a:pt x="196673" y="905"/>
                      </a:lnTo>
                      <a:lnTo>
                        <a:pt x="196673" y="196848"/>
                      </a:lnTo>
                      <a:lnTo>
                        <a:pt x="73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08" name="任意多边形: 形状 407"/>
                <p:cNvSpPr/>
                <p:nvPr/>
              </p:nvSpPr>
              <p:spPr>
                <a:xfrm>
                  <a:off x="7630885" y="5910942"/>
                  <a:ext cx="195942" cy="195942"/>
                </a:xfrm>
                <a:custGeom>
                  <a:avLst/>
                  <a:gdLst>
                    <a:gd name="connsiteX0" fmla="*/ 760 w 195942"/>
                    <a:gd name="connsiteY0" fmla="*/ 905 h 195942"/>
                    <a:gd name="connsiteX1" fmla="*/ 196703 w 195942"/>
                    <a:gd name="connsiteY1" fmla="*/ 905 h 195942"/>
                    <a:gd name="connsiteX2" fmla="*/ 196703 w 195942"/>
                    <a:gd name="connsiteY2" fmla="*/ 196848 h 195942"/>
                    <a:gd name="connsiteX3" fmla="*/ 76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60" y="905"/>
                      </a:moveTo>
                      <a:lnTo>
                        <a:pt x="196703" y="905"/>
                      </a:lnTo>
                      <a:lnTo>
                        <a:pt x="196703" y="196848"/>
                      </a:lnTo>
                      <a:lnTo>
                        <a:pt x="76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09" name="任意多边形: 形状 408"/>
                <p:cNvSpPr/>
                <p:nvPr/>
              </p:nvSpPr>
              <p:spPr>
                <a:xfrm>
                  <a:off x="7826828" y="5910942"/>
                  <a:ext cx="195942" cy="195942"/>
                </a:xfrm>
                <a:custGeom>
                  <a:avLst/>
                  <a:gdLst>
                    <a:gd name="connsiteX0" fmla="*/ 790 w 195942"/>
                    <a:gd name="connsiteY0" fmla="*/ 905 h 195942"/>
                    <a:gd name="connsiteX1" fmla="*/ 196733 w 195942"/>
                    <a:gd name="connsiteY1" fmla="*/ 905 h 195942"/>
                    <a:gd name="connsiteX2" fmla="*/ 196733 w 195942"/>
                    <a:gd name="connsiteY2" fmla="*/ 196848 h 195942"/>
                    <a:gd name="connsiteX3" fmla="*/ 790 w 195942"/>
                    <a:gd name="connsiteY3" fmla="*/ 196848 h 19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942" h="195942">
                      <a:moveTo>
                        <a:pt x="790" y="905"/>
                      </a:moveTo>
                      <a:lnTo>
                        <a:pt x="196733" y="905"/>
                      </a:lnTo>
                      <a:lnTo>
                        <a:pt x="196733" y="196848"/>
                      </a:lnTo>
                      <a:lnTo>
                        <a:pt x="790" y="196848"/>
                      </a:lnTo>
                      <a:close/>
                    </a:path>
                  </a:pathLst>
                </a:custGeom>
                <a:grpFill/>
                <a:ln w="9797" cap="flat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61" name="文本框 460"/>
          <p:cNvSpPr txBox="1"/>
          <p:nvPr/>
        </p:nvSpPr>
        <p:spPr>
          <a:xfrm>
            <a:off x="0" y="4231777"/>
            <a:ext cx="4380137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dirty="0"/>
              <a:t>……………</a:t>
            </a:r>
            <a:r>
              <a:rPr lang="zh-CN" altLang="en-US" b="1" dirty="0"/>
              <a:t> </a:t>
            </a:r>
            <a:r>
              <a:rPr lang="zh-CN" altLang="en-US" dirty="0"/>
              <a:t>                                       </a:t>
            </a:r>
            <a:r>
              <a:rPr lang="en-US" altLang="zh-CN" b="1" dirty="0"/>
              <a:t>…………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62" name="文本框 461"/>
          <p:cNvSpPr txBox="1"/>
          <p:nvPr/>
        </p:nvSpPr>
        <p:spPr>
          <a:xfrm>
            <a:off x="4380137" y="1764359"/>
            <a:ext cx="7701150" cy="258532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单头注意力：只能在一个维度上寻找相似性，容易丢失其他潜在的语义关联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多头注意力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：有多个关联，计算多组不同维度的注意力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5" name="图形 5"/>
          <p:cNvGrpSpPr/>
          <p:nvPr/>
        </p:nvGrpSpPr>
        <p:grpSpPr>
          <a:xfrm>
            <a:off x="5219012" y="4888651"/>
            <a:ext cx="783771" cy="979713"/>
            <a:chOff x="7238999" y="5127171"/>
            <a:chExt cx="783771" cy="97971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466" name="图形 5"/>
            <p:cNvGrpSpPr/>
            <p:nvPr/>
          </p:nvGrpSpPr>
          <p:grpSpPr>
            <a:xfrm>
              <a:off x="7238999" y="5127171"/>
              <a:ext cx="783771" cy="252506"/>
              <a:chOff x="7238999" y="5127171"/>
              <a:chExt cx="783771" cy="252506"/>
            </a:xfrm>
            <a:grpFill/>
          </p:grpSpPr>
          <p:sp>
            <p:nvSpPr>
              <p:cNvPr id="487" name="任意多边形: 形状 486"/>
              <p:cNvSpPr/>
              <p:nvPr/>
            </p:nvSpPr>
            <p:spPr>
              <a:xfrm>
                <a:off x="7238999" y="5127171"/>
                <a:ext cx="234609" cy="252506"/>
              </a:xfrm>
              <a:custGeom>
                <a:avLst/>
                <a:gdLst>
                  <a:gd name="connsiteX0" fmla="*/ 700 w 195942"/>
                  <a:gd name="connsiteY0" fmla="*/ 785 h 195942"/>
                  <a:gd name="connsiteX1" fmla="*/ 196643 w 195942"/>
                  <a:gd name="connsiteY1" fmla="*/ 785 h 195942"/>
                  <a:gd name="connsiteX2" fmla="*/ 196643 w 195942"/>
                  <a:gd name="connsiteY2" fmla="*/ 196728 h 195942"/>
                  <a:gd name="connsiteX3" fmla="*/ 70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785"/>
                    </a:moveTo>
                    <a:lnTo>
                      <a:pt x="196643" y="785"/>
                    </a:lnTo>
                    <a:lnTo>
                      <a:pt x="196643" y="196728"/>
                    </a:lnTo>
                    <a:lnTo>
                      <a:pt x="70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8" name="任意多边形: 形状 487"/>
              <p:cNvSpPr/>
              <p:nvPr/>
            </p:nvSpPr>
            <p:spPr>
              <a:xfrm>
                <a:off x="7434942" y="5127171"/>
                <a:ext cx="195942" cy="195942"/>
              </a:xfrm>
              <a:custGeom>
                <a:avLst/>
                <a:gdLst>
                  <a:gd name="connsiteX0" fmla="*/ 730 w 195942"/>
                  <a:gd name="connsiteY0" fmla="*/ 785 h 195942"/>
                  <a:gd name="connsiteX1" fmla="*/ 196673 w 195942"/>
                  <a:gd name="connsiteY1" fmla="*/ 785 h 195942"/>
                  <a:gd name="connsiteX2" fmla="*/ 196673 w 195942"/>
                  <a:gd name="connsiteY2" fmla="*/ 196728 h 195942"/>
                  <a:gd name="connsiteX3" fmla="*/ 73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785"/>
                    </a:moveTo>
                    <a:lnTo>
                      <a:pt x="196673" y="785"/>
                    </a:lnTo>
                    <a:lnTo>
                      <a:pt x="196673" y="196728"/>
                    </a:lnTo>
                    <a:lnTo>
                      <a:pt x="73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9" name="任意多边形: 形状 488"/>
              <p:cNvSpPr/>
              <p:nvPr/>
            </p:nvSpPr>
            <p:spPr>
              <a:xfrm>
                <a:off x="7630885" y="5127171"/>
                <a:ext cx="195942" cy="195942"/>
              </a:xfrm>
              <a:custGeom>
                <a:avLst/>
                <a:gdLst>
                  <a:gd name="connsiteX0" fmla="*/ 760 w 195942"/>
                  <a:gd name="connsiteY0" fmla="*/ 785 h 195942"/>
                  <a:gd name="connsiteX1" fmla="*/ 196703 w 195942"/>
                  <a:gd name="connsiteY1" fmla="*/ 785 h 195942"/>
                  <a:gd name="connsiteX2" fmla="*/ 196703 w 195942"/>
                  <a:gd name="connsiteY2" fmla="*/ 196728 h 195942"/>
                  <a:gd name="connsiteX3" fmla="*/ 76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785"/>
                    </a:moveTo>
                    <a:lnTo>
                      <a:pt x="196703" y="785"/>
                    </a:lnTo>
                    <a:lnTo>
                      <a:pt x="196703" y="196728"/>
                    </a:lnTo>
                    <a:lnTo>
                      <a:pt x="76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0" name="任意多边形: 形状 489"/>
              <p:cNvSpPr/>
              <p:nvPr/>
            </p:nvSpPr>
            <p:spPr>
              <a:xfrm>
                <a:off x="7826828" y="5127171"/>
                <a:ext cx="195942" cy="195942"/>
              </a:xfrm>
              <a:custGeom>
                <a:avLst/>
                <a:gdLst>
                  <a:gd name="connsiteX0" fmla="*/ 790 w 195942"/>
                  <a:gd name="connsiteY0" fmla="*/ 785 h 195942"/>
                  <a:gd name="connsiteX1" fmla="*/ 196733 w 195942"/>
                  <a:gd name="connsiteY1" fmla="*/ 785 h 195942"/>
                  <a:gd name="connsiteX2" fmla="*/ 196733 w 195942"/>
                  <a:gd name="connsiteY2" fmla="*/ 196728 h 195942"/>
                  <a:gd name="connsiteX3" fmla="*/ 79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785"/>
                    </a:moveTo>
                    <a:lnTo>
                      <a:pt x="196733" y="785"/>
                    </a:lnTo>
                    <a:lnTo>
                      <a:pt x="196733" y="196728"/>
                    </a:lnTo>
                    <a:lnTo>
                      <a:pt x="79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7" name="图形 5"/>
            <p:cNvGrpSpPr/>
            <p:nvPr/>
          </p:nvGrpSpPr>
          <p:grpSpPr>
            <a:xfrm>
              <a:off x="7239000" y="5323114"/>
              <a:ext cx="783770" cy="195942"/>
              <a:chOff x="7239000" y="5323114"/>
              <a:chExt cx="783770" cy="195942"/>
            </a:xfrm>
            <a:grpFill/>
          </p:grpSpPr>
          <p:sp>
            <p:nvSpPr>
              <p:cNvPr id="483" name="任意多边形: 形状 482"/>
              <p:cNvSpPr/>
              <p:nvPr/>
            </p:nvSpPr>
            <p:spPr>
              <a:xfrm>
                <a:off x="7239000" y="5323114"/>
                <a:ext cx="195942" cy="195942"/>
              </a:xfrm>
              <a:custGeom>
                <a:avLst/>
                <a:gdLst>
                  <a:gd name="connsiteX0" fmla="*/ 700 w 195942"/>
                  <a:gd name="connsiteY0" fmla="*/ 815 h 195942"/>
                  <a:gd name="connsiteX1" fmla="*/ 196643 w 195942"/>
                  <a:gd name="connsiteY1" fmla="*/ 815 h 195942"/>
                  <a:gd name="connsiteX2" fmla="*/ 196643 w 195942"/>
                  <a:gd name="connsiteY2" fmla="*/ 196758 h 195942"/>
                  <a:gd name="connsiteX3" fmla="*/ 70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15"/>
                    </a:moveTo>
                    <a:lnTo>
                      <a:pt x="196643" y="815"/>
                    </a:lnTo>
                    <a:lnTo>
                      <a:pt x="196643" y="196758"/>
                    </a:lnTo>
                    <a:lnTo>
                      <a:pt x="70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4" name="任意多边形: 形状 483"/>
              <p:cNvSpPr/>
              <p:nvPr/>
            </p:nvSpPr>
            <p:spPr>
              <a:xfrm>
                <a:off x="7434942" y="5323114"/>
                <a:ext cx="195942" cy="195942"/>
              </a:xfrm>
              <a:custGeom>
                <a:avLst/>
                <a:gdLst>
                  <a:gd name="connsiteX0" fmla="*/ 730 w 195942"/>
                  <a:gd name="connsiteY0" fmla="*/ 815 h 195942"/>
                  <a:gd name="connsiteX1" fmla="*/ 196673 w 195942"/>
                  <a:gd name="connsiteY1" fmla="*/ 815 h 195942"/>
                  <a:gd name="connsiteX2" fmla="*/ 196673 w 195942"/>
                  <a:gd name="connsiteY2" fmla="*/ 196758 h 195942"/>
                  <a:gd name="connsiteX3" fmla="*/ 73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15"/>
                    </a:moveTo>
                    <a:lnTo>
                      <a:pt x="196673" y="815"/>
                    </a:lnTo>
                    <a:lnTo>
                      <a:pt x="196673" y="196758"/>
                    </a:lnTo>
                    <a:lnTo>
                      <a:pt x="73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5" name="任意多边形: 形状 484"/>
              <p:cNvSpPr/>
              <p:nvPr/>
            </p:nvSpPr>
            <p:spPr>
              <a:xfrm>
                <a:off x="7630885" y="5323114"/>
                <a:ext cx="195942" cy="195942"/>
              </a:xfrm>
              <a:custGeom>
                <a:avLst/>
                <a:gdLst>
                  <a:gd name="connsiteX0" fmla="*/ 760 w 195942"/>
                  <a:gd name="connsiteY0" fmla="*/ 815 h 195942"/>
                  <a:gd name="connsiteX1" fmla="*/ 196703 w 195942"/>
                  <a:gd name="connsiteY1" fmla="*/ 815 h 195942"/>
                  <a:gd name="connsiteX2" fmla="*/ 196703 w 195942"/>
                  <a:gd name="connsiteY2" fmla="*/ 196758 h 195942"/>
                  <a:gd name="connsiteX3" fmla="*/ 76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15"/>
                    </a:moveTo>
                    <a:lnTo>
                      <a:pt x="196703" y="815"/>
                    </a:lnTo>
                    <a:lnTo>
                      <a:pt x="196703" y="196758"/>
                    </a:lnTo>
                    <a:lnTo>
                      <a:pt x="76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6" name="任意多边形: 形状 485"/>
              <p:cNvSpPr/>
              <p:nvPr/>
            </p:nvSpPr>
            <p:spPr>
              <a:xfrm>
                <a:off x="7826828" y="5323114"/>
                <a:ext cx="195942" cy="195942"/>
              </a:xfrm>
              <a:custGeom>
                <a:avLst/>
                <a:gdLst>
                  <a:gd name="connsiteX0" fmla="*/ 790 w 195942"/>
                  <a:gd name="connsiteY0" fmla="*/ 815 h 195942"/>
                  <a:gd name="connsiteX1" fmla="*/ 196733 w 195942"/>
                  <a:gd name="connsiteY1" fmla="*/ 815 h 195942"/>
                  <a:gd name="connsiteX2" fmla="*/ 196733 w 195942"/>
                  <a:gd name="connsiteY2" fmla="*/ 196758 h 195942"/>
                  <a:gd name="connsiteX3" fmla="*/ 79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815"/>
                    </a:moveTo>
                    <a:lnTo>
                      <a:pt x="196733" y="815"/>
                    </a:lnTo>
                    <a:lnTo>
                      <a:pt x="196733" y="196758"/>
                    </a:lnTo>
                    <a:lnTo>
                      <a:pt x="79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8" name="图形 5"/>
            <p:cNvGrpSpPr/>
            <p:nvPr/>
          </p:nvGrpSpPr>
          <p:grpSpPr>
            <a:xfrm>
              <a:off x="7239000" y="5519057"/>
              <a:ext cx="783770" cy="195942"/>
              <a:chOff x="7239000" y="5519057"/>
              <a:chExt cx="783770" cy="195942"/>
            </a:xfrm>
            <a:grpFill/>
          </p:grpSpPr>
          <p:sp>
            <p:nvSpPr>
              <p:cNvPr id="479" name="任意多边形: 形状 478"/>
              <p:cNvSpPr/>
              <p:nvPr/>
            </p:nvSpPr>
            <p:spPr>
              <a:xfrm>
                <a:off x="7239000" y="5519057"/>
                <a:ext cx="195942" cy="195942"/>
              </a:xfrm>
              <a:custGeom>
                <a:avLst/>
                <a:gdLst>
                  <a:gd name="connsiteX0" fmla="*/ 700 w 195942"/>
                  <a:gd name="connsiteY0" fmla="*/ 845 h 195942"/>
                  <a:gd name="connsiteX1" fmla="*/ 196643 w 195942"/>
                  <a:gd name="connsiteY1" fmla="*/ 845 h 195942"/>
                  <a:gd name="connsiteX2" fmla="*/ 196643 w 195942"/>
                  <a:gd name="connsiteY2" fmla="*/ 196788 h 195942"/>
                  <a:gd name="connsiteX3" fmla="*/ 70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45"/>
                    </a:moveTo>
                    <a:lnTo>
                      <a:pt x="196643" y="845"/>
                    </a:lnTo>
                    <a:lnTo>
                      <a:pt x="196643" y="196788"/>
                    </a:lnTo>
                    <a:lnTo>
                      <a:pt x="70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0" name="任意多边形: 形状 479"/>
              <p:cNvSpPr/>
              <p:nvPr/>
            </p:nvSpPr>
            <p:spPr>
              <a:xfrm>
                <a:off x="7434942" y="5519057"/>
                <a:ext cx="195942" cy="195942"/>
              </a:xfrm>
              <a:custGeom>
                <a:avLst/>
                <a:gdLst>
                  <a:gd name="connsiteX0" fmla="*/ 730 w 195942"/>
                  <a:gd name="connsiteY0" fmla="*/ 845 h 195942"/>
                  <a:gd name="connsiteX1" fmla="*/ 196673 w 195942"/>
                  <a:gd name="connsiteY1" fmla="*/ 845 h 195942"/>
                  <a:gd name="connsiteX2" fmla="*/ 196673 w 195942"/>
                  <a:gd name="connsiteY2" fmla="*/ 196788 h 195942"/>
                  <a:gd name="connsiteX3" fmla="*/ 73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45"/>
                    </a:moveTo>
                    <a:lnTo>
                      <a:pt x="196673" y="845"/>
                    </a:lnTo>
                    <a:lnTo>
                      <a:pt x="196673" y="196788"/>
                    </a:lnTo>
                    <a:lnTo>
                      <a:pt x="73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1" name="任意多边形: 形状 480"/>
              <p:cNvSpPr/>
              <p:nvPr/>
            </p:nvSpPr>
            <p:spPr>
              <a:xfrm>
                <a:off x="7630885" y="5519057"/>
                <a:ext cx="195942" cy="195942"/>
              </a:xfrm>
              <a:custGeom>
                <a:avLst/>
                <a:gdLst>
                  <a:gd name="connsiteX0" fmla="*/ 760 w 195942"/>
                  <a:gd name="connsiteY0" fmla="*/ 845 h 195942"/>
                  <a:gd name="connsiteX1" fmla="*/ 196703 w 195942"/>
                  <a:gd name="connsiteY1" fmla="*/ 845 h 195942"/>
                  <a:gd name="connsiteX2" fmla="*/ 196703 w 195942"/>
                  <a:gd name="connsiteY2" fmla="*/ 196788 h 195942"/>
                  <a:gd name="connsiteX3" fmla="*/ 76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45"/>
                    </a:moveTo>
                    <a:lnTo>
                      <a:pt x="196703" y="845"/>
                    </a:lnTo>
                    <a:lnTo>
                      <a:pt x="196703" y="196788"/>
                    </a:lnTo>
                    <a:lnTo>
                      <a:pt x="76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2" name="任意多边形: 形状 481"/>
              <p:cNvSpPr/>
              <p:nvPr/>
            </p:nvSpPr>
            <p:spPr>
              <a:xfrm>
                <a:off x="7826828" y="5519057"/>
                <a:ext cx="195942" cy="195942"/>
              </a:xfrm>
              <a:custGeom>
                <a:avLst/>
                <a:gdLst>
                  <a:gd name="connsiteX0" fmla="*/ 790 w 195942"/>
                  <a:gd name="connsiteY0" fmla="*/ 845 h 195942"/>
                  <a:gd name="connsiteX1" fmla="*/ 196733 w 195942"/>
                  <a:gd name="connsiteY1" fmla="*/ 845 h 195942"/>
                  <a:gd name="connsiteX2" fmla="*/ 196733 w 195942"/>
                  <a:gd name="connsiteY2" fmla="*/ 196788 h 195942"/>
                  <a:gd name="connsiteX3" fmla="*/ 79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845"/>
                    </a:moveTo>
                    <a:lnTo>
                      <a:pt x="196733" y="845"/>
                    </a:lnTo>
                    <a:lnTo>
                      <a:pt x="196733" y="196788"/>
                    </a:lnTo>
                    <a:lnTo>
                      <a:pt x="79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69" name="图形 5"/>
            <p:cNvGrpSpPr/>
            <p:nvPr/>
          </p:nvGrpSpPr>
          <p:grpSpPr>
            <a:xfrm>
              <a:off x="7239000" y="5715000"/>
              <a:ext cx="783770" cy="195942"/>
              <a:chOff x="7239000" y="5715000"/>
              <a:chExt cx="783770" cy="195942"/>
            </a:xfrm>
            <a:grpFill/>
          </p:grpSpPr>
          <p:sp>
            <p:nvSpPr>
              <p:cNvPr id="475" name="任意多边形: 形状 474"/>
              <p:cNvSpPr/>
              <p:nvPr/>
            </p:nvSpPr>
            <p:spPr>
              <a:xfrm>
                <a:off x="7239000" y="5715000"/>
                <a:ext cx="195942" cy="195942"/>
              </a:xfrm>
              <a:custGeom>
                <a:avLst/>
                <a:gdLst>
                  <a:gd name="connsiteX0" fmla="*/ 700 w 195942"/>
                  <a:gd name="connsiteY0" fmla="*/ 875 h 195942"/>
                  <a:gd name="connsiteX1" fmla="*/ 196643 w 195942"/>
                  <a:gd name="connsiteY1" fmla="*/ 875 h 195942"/>
                  <a:gd name="connsiteX2" fmla="*/ 196643 w 195942"/>
                  <a:gd name="connsiteY2" fmla="*/ 196818 h 195942"/>
                  <a:gd name="connsiteX3" fmla="*/ 70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75"/>
                    </a:moveTo>
                    <a:lnTo>
                      <a:pt x="196643" y="875"/>
                    </a:lnTo>
                    <a:lnTo>
                      <a:pt x="196643" y="196818"/>
                    </a:lnTo>
                    <a:lnTo>
                      <a:pt x="70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6" name="任意多边形: 形状 475"/>
              <p:cNvSpPr/>
              <p:nvPr/>
            </p:nvSpPr>
            <p:spPr>
              <a:xfrm>
                <a:off x="7434942" y="5715000"/>
                <a:ext cx="195942" cy="195942"/>
              </a:xfrm>
              <a:custGeom>
                <a:avLst/>
                <a:gdLst>
                  <a:gd name="connsiteX0" fmla="*/ 730 w 195942"/>
                  <a:gd name="connsiteY0" fmla="*/ 875 h 195942"/>
                  <a:gd name="connsiteX1" fmla="*/ 196673 w 195942"/>
                  <a:gd name="connsiteY1" fmla="*/ 875 h 195942"/>
                  <a:gd name="connsiteX2" fmla="*/ 196673 w 195942"/>
                  <a:gd name="connsiteY2" fmla="*/ 196818 h 195942"/>
                  <a:gd name="connsiteX3" fmla="*/ 73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75"/>
                    </a:moveTo>
                    <a:lnTo>
                      <a:pt x="196673" y="875"/>
                    </a:lnTo>
                    <a:lnTo>
                      <a:pt x="196673" y="196818"/>
                    </a:lnTo>
                    <a:lnTo>
                      <a:pt x="73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7" name="任意多边形: 形状 476"/>
              <p:cNvSpPr/>
              <p:nvPr/>
            </p:nvSpPr>
            <p:spPr>
              <a:xfrm>
                <a:off x="7630885" y="5715000"/>
                <a:ext cx="195942" cy="195942"/>
              </a:xfrm>
              <a:custGeom>
                <a:avLst/>
                <a:gdLst>
                  <a:gd name="connsiteX0" fmla="*/ 760 w 195942"/>
                  <a:gd name="connsiteY0" fmla="*/ 875 h 195942"/>
                  <a:gd name="connsiteX1" fmla="*/ 196703 w 195942"/>
                  <a:gd name="connsiteY1" fmla="*/ 875 h 195942"/>
                  <a:gd name="connsiteX2" fmla="*/ 196703 w 195942"/>
                  <a:gd name="connsiteY2" fmla="*/ 196818 h 195942"/>
                  <a:gd name="connsiteX3" fmla="*/ 76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75"/>
                    </a:moveTo>
                    <a:lnTo>
                      <a:pt x="196703" y="875"/>
                    </a:lnTo>
                    <a:lnTo>
                      <a:pt x="196703" y="196818"/>
                    </a:lnTo>
                    <a:lnTo>
                      <a:pt x="76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8" name="任意多边形: 形状 477"/>
              <p:cNvSpPr/>
              <p:nvPr/>
            </p:nvSpPr>
            <p:spPr>
              <a:xfrm>
                <a:off x="7826828" y="5715000"/>
                <a:ext cx="195942" cy="195942"/>
              </a:xfrm>
              <a:custGeom>
                <a:avLst/>
                <a:gdLst>
                  <a:gd name="connsiteX0" fmla="*/ 790 w 195942"/>
                  <a:gd name="connsiteY0" fmla="*/ 875 h 195942"/>
                  <a:gd name="connsiteX1" fmla="*/ 196733 w 195942"/>
                  <a:gd name="connsiteY1" fmla="*/ 875 h 195942"/>
                  <a:gd name="connsiteX2" fmla="*/ 196733 w 195942"/>
                  <a:gd name="connsiteY2" fmla="*/ 196818 h 195942"/>
                  <a:gd name="connsiteX3" fmla="*/ 79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875"/>
                    </a:moveTo>
                    <a:lnTo>
                      <a:pt x="196733" y="875"/>
                    </a:lnTo>
                    <a:lnTo>
                      <a:pt x="196733" y="196818"/>
                    </a:lnTo>
                    <a:lnTo>
                      <a:pt x="79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70" name="图形 5"/>
            <p:cNvGrpSpPr/>
            <p:nvPr/>
          </p:nvGrpSpPr>
          <p:grpSpPr>
            <a:xfrm>
              <a:off x="7239000" y="5910942"/>
              <a:ext cx="783770" cy="195942"/>
              <a:chOff x="7239000" y="5910942"/>
              <a:chExt cx="783770" cy="195942"/>
            </a:xfrm>
            <a:grpFill/>
          </p:grpSpPr>
          <p:sp>
            <p:nvSpPr>
              <p:cNvPr id="471" name="任意多边形: 形状 470"/>
              <p:cNvSpPr/>
              <p:nvPr/>
            </p:nvSpPr>
            <p:spPr>
              <a:xfrm>
                <a:off x="7239000" y="5910942"/>
                <a:ext cx="195942" cy="195942"/>
              </a:xfrm>
              <a:custGeom>
                <a:avLst/>
                <a:gdLst>
                  <a:gd name="connsiteX0" fmla="*/ 700 w 195942"/>
                  <a:gd name="connsiteY0" fmla="*/ 905 h 195942"/>
                  <a:gd name="connsiteX1" fmla="*/ 196643 w 195942"/>
                  <a:gd name="connsiteY1" fmla="*/ 905 h 195942"/>
                  <a:gd name="connsiteX2" fmla="*/ 196643 w 195942"/>
                  <a:gd name="connsiteY2" fmla="*/ 196848 h 195942"/>
                  <a:gd name="connsiteX3" fmla="*/ 70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905"/>
                    </a:moveTo>
                    <a:lnTo>
                      <a:pt x="196643" y="905"/>
                    </a:lnTo>
                    <a:lnTo>
                      <a:pt x="196643" y="196848"/>
                    </a:lnTo>
                    <a:lnTo>
                      <a:pt x="70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2" name="任意多边形: 形状 471"/>
              <p:cNvSpPr/>
              <p:nvPr/>
            </p:nvSpPr>
            <p:spPr>
              <a:xfrm>
                <a:off x="7434942" y="5910942"/>
                <a:ext cx="195942" cy="195942"/>
              </a:xfrm>
              <a:custGeom>
                <a:avLst/>
                <a:gdLst>
                  <a:gd name="connsiteX0" fmla="*/ 730 w 195942"/>
                  <a:gd name="connsiteY0" fmla="*/ 905 h 195942"/>
                  <a:gd name="connsiteX1" fmla="*/ 196673 w 195942"/>
                  <a:gd name="connsiteY1" fmla="*/ 905 h 195942"/>
                  <a:gd name="connsiteX2" fmla="*/ 196673 w 195942"/>
                  <a:gd name="connsiteY2" fmla="*/ 196848 h 195942"/>
                  <a:gd name="connsiteX3" fmla="*/ 73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905"/>
                    </a:moveTo>
                    <a:lnTo>
                      <a:pt x="196673" y="905"/>
                    </a:lnTo>
                    <a:lnTo>
                      <a:pt x="196673" y="196848"/>
                    </a:lnTo>
                    <a:lnTo>
                      <a:pt x="73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3" name="任意多边形: 形状 472"/>
              <p:cNvSpPr/>
              <p:nvPr/>
            </p:nvSpPr>
            <p:spPr>
              <a:xfrm>
                <a:off x="7630885" y="5910942"/>
                <a:ext cx="195942" cy="195942"/>
              </a:xfrm>
              <a:custGeom>
                <a:avLst/>
                <a:gdLst>
                  <a:gd name="connsiteX0" fmla="*/ 760 w 195942"/>
                  <a:gd name="connsiteY0" fmla="*/ 905 h 195942"/>
                  <a:gd name="connsiteX1" fmla="*/ 196703 w 195942"/>
                  <a:gd name="connsiteY1" fmla="*/ 905 h 195942"/>
                  <a:gd name="connsiteX2" fmla="*/ 196703 w 195942"/>
                  <a:gd name="connsiteY2" fmla="*/ 196848 h 195942"/>
                  <a:gd name="connsiteX3" fmla="*/ 76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905"/>
                    </a:moveTo>
                    <a:lnTo>
                      <a:pt x="196703" y="905"/>
                    </a:lnTo>
                    <a:lnTo>
                      <a:pt x="196703" y="196848"/>
                    </a:lnTo>
                    <a:lnTo>
                      <a:pt x="76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4" name="任意多边形: 形状 473"/>
              <p:cNvSpPr/>
              <p:nvPr/>
            </p:nvSpPr>
            <p:spPr>
              <a:xfrm>
                <a:off x="7826828" y="5910942"/>
                <a:ext cx="195942" cy="195942"/>
              </a:xfrm>
              <a:custGeom>
                <a:avLst/>
                <a:gdLst>
                  <a:gd name="connsiteX0" fmla="*/ 790 w 195942"/>
                  <a:gd name="connsiteY0" fmla="*/ 905 h 195942"/>
                  <a:gd name="connsiteX1" fmla="*/ 196733 w 195942"/>
                  <a:gd name="connsiteY1" fmla="*/ 905 h 195942"/>
                  <a:gd name="connsiteX2" fmla="*/ 196733 w 195942"/>
                  <a:gd name="connsiteY2" fmla="*/ 196848 h 195942"/>
                  <a:gd name="connsiteX3" fmla="*/ 79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905"/>
                    </a:moveTo>
                    <a:lnTo>
                      <a:pt x="196733" y="905"/>
                    </a:lnTo>
                    <a:lnTo>
                      <a:pt x="196733" y="196848"/>
                    </a:lnTo>
                    <a:lnTo>
                      <a:pt x="79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91" name="图形 5"/>
          <p:cNvGrpSpPr/>
          <p:nvPr/>
        </p:nvGrpSpPr>
        <p:grpSpPr>
          <a:xfrm>
            <a:off x="6038698" y="4883490"/>
            <a:ext cx="783771" cy="979713"/>
            <a:chOff x="7238999" y="5127171"/>
            <a:chExt cx="783771" cy="97971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492" name="图形 5"/>
            <p:cNvGrpSpPr/>
            <p:nvPr/>
          </p:nvGrpSpPr>
          <p:grpSpPr>
            <a:xfrm>
              <a:off x="7238999" y="5127171"/>
              <a:ext cx="783771" cy="252506"/>
              <a:chOff x="7238999" y="5127171"/>
              <a:chExt cx="783771" cy="252506"/>
            </a:xfrm>
            <a:grpFill/>
          </p:grpSpPr>
          <p:sp>
            <p:nvSpPr>
              <p:cNvPr id="513" name="任意多边形: 形状 512"/>
              <p:cNvSpPr/>
              <p:nvPr/>
            </p:nvSpPr>
            <p:spPr>
              <a:xfrm>
                <a:off x="7238999" y="5127171"/>
                <a:ext cx="234609" cy="252506"/>
              </a:xfrm>
              <a:custGeom>
                <a:avLst/>
                <a:gdLst>
                  <a:gd name="connsiteX0" fmla="*/ 700 w 195942"/>
                  <a:gd name="connsiteY0" fmla="*/ 785 h 195942"/>
                  <a:gd name="connsiteX1" fmla="*/ 196643 w 195942"/>
                  <a:gd name="connsiteY1" fmla="*/ 785 h 195942"/>
                  <a:gd name="connsiteX2" fmla="*/ 196643 w 195942"/>
                  <a:gd name="connsiteY2" fmla="*/ 196728 h 195942"/>
                  <a:gd name="connsiteX3" fmla="*/ 70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785"/>
                    </a:moveTo>
                    <a:lnTo>
                      <a:pt x="196643" y="785"/>
                    </a:lnTo>
                    <a:lnTo>
                      <a:pt x="196643" y="196728"/>
                    </a:lnTo>
                    <a:lnTo>
                      <a:pt x="70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4" name="任意多边形: 形状 513"/>
              <p:cNvSpPr/>
              <p:nvPr/>
            </p:nvSpPr>
            <p:spPr>
              <a:xfrm>
                <a:off x="7434942" y="5127171"/>
                <a:ext cx="195942" cy="195942"/>
              </a:xfrm>
              <a:custGeom>
                <a:avLst/>
                <a:gdLst>
                  <a:gd name="connsiteX0" fmla="*/ 730 w 195942"/>
                  <a:gd name="connsiteY0" fmla="*/ 785 h 195942"/>
                  <a:gd name="connsiteX1" fmla="*/ 196673 w 195942"/>
                  <a:gd name="connsiteY1" fmla="*/ 785 h 195942"/>
                  <a:gd name="connsiteX2" fmla="*/ 196673 w 195942"/>
                  <a:gd name="connsiteY2" fmla="*/ 196728 h 195942"/>
                  <a:gd name="connsiteX3" fmla="*/ 73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785"/>
                    </a:moveTo>
                    <a:lnTo>
                      <a:pt x="196673" y="785"/>
                    </a:lnTo>
                    <a:lnTo>
                      <a:pt x="196673" y="196728"/>
                    </a:lnTo>
                    <a:lnTo>
                      <a:pt x="73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5" name="任意多边形: 形状 514"/>
              <p:cNvSpPr/>
              <p:nvPr/>
            </p:nvSpPr>
            <p:spPr>
              <a:xfrm>
                <a:off x="7630885" y="5127171"/>
                <a:ext cx="195942" cy="195942"/>
              </a:xfrm>
              <a:custGeom>
                <a:avLst/>
                <a:gdLst>
                  <a:gd name="connsiteX0" fmla="*/ 760 w 195942"/>
                  <a:gd name="connsiteY0" fmla="*/ 785 h 195942"/>
                  <a:gd name="connsiteX1" fmla="*/ 196703 w 195942"/>
                  <a:gd name="connsiteY1" fmla="*/ 785 h 195942"/>
                  <a:gd name="connsiteX2" fmla="*/ 196703 w 195942"/>
                  <a:gd name="connsiteY2" fmla="*/ 196728 h 195942"/>
                  <a:gd name="connsiteX3" fmla="*/ 76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785"/>
                    </a:moveTo>
                    <a:lnTo>
                      <a:pt x="196703" y="785"/>
                    </a:lnTo>
                    <a:lnTo>
                      <a:pt x="196703" y="196728"/>
                    </a:lnTo>
                    <a:lnTo>
                      <a:pt x="76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6" name="任意多边形: 形状 515"/>
              <p:cNvSpPr/>
              <p:nvPr/>
            </p:nvSpPr>
            <p:spPr>
              <a:xfrm>
                <a:off x="7826828" y="5127171"/>
                <a:ext cx="195942" cy="195942"/>
              </a:xfrm>
              <a:custGeom>
                <a:avLst/>
                <a:gdLst>
                  <a:gd name="connsiteX0" fmla="*/ 790 w 195942"/>
                  <a:gd name="connsiteY0" fmla="*/ 785 h 195942"/>
                  <a:gd name="connsiteX1" fmla="*/ 196733 w 195942"/>
                  <a:gd name="connsiteY1" fmla="*/ 785 h 195942"/>
                  <a:gd name="connsiteX2" fmla="*/ 196733 w 195942"/>
                  <a:gd name="connsiteY2" fmla="*/ 196728 h 195942"/>
                  <a:gd name="connsiteX3" fmla="*/ 79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785"/>
                    </a:moveTo>
                    <a:lnTo>
                      <a:pt x="196733" y="785"/>
                    </a:lnTo>
                    <a:lnTo>
                      <a:pt x="196733" y="196728"/>
                    </a:lnTo>
                    <a:lnTo>
                      <a:pt x="79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93" name="图形 5"/>
            <p:cNvGrpSpPr/>
            <p:nvPr/>
          </p:nvGrpSpPr>
          <p:grpSpPr>
            <a:xfrm>
              <a:off x="7239000" y="5323114"/>
              <a:ext cx="783770" cy="195942"/>
              <a:chOff x="7239000" y="5323114"/>
              <a:chExt cx="783770" cy="195942"/>
            </a:xfrm>
            <a:grpFill/>
          </p:grpSpPr>
          <p:sp>
            <p:nvSpPr>
              <p:cNvPr id="509" name="任意多边形: 形状 508"/>
              <p:cNvSpPr/>
              <p:nvPr/>
            </p:nvSpPr>
            <p:spPr>
              <a:xfrm>
                <a:off x="7239000" y="5323114"/>
                <a:ext cx="195942" cy="195942"/>
              </a:xfrm>
              <a:custGeom>
                <a:avLst/>
                <a:gdLst>
                  <a:gd name="connsiteX0" fmla="*/ 700 w 195942"/>
                  <a:gd name="connsiteY0" fmla="*/ 815 h 195942"/>
                  <a:gd name="connsiteX1" fmla="*/ 196643 w 195942"/>
                  <a:gd name="connsiteY1" fmla="*/ 815 h 195942"/>
                  <a:gd name="connsiteX2" fmla="*/ 196643 w 195942"/>
                  <a:gd name="connsiteY2" fmla="*/ 196758 h 195942"/>
                  <a:gd name="connsiteX3" fmla="*/ 70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15"/>
                    </a:moveTo>
                    <a:lnTo>
                      <a:pt x="196643" y="815"/>
                    </a:lnTo>
                    <a:lnTo>
                      <a:pt x="196643" y="196758"/>
                    </a:lnTo>
                    <a:lnTo>
                      <a:pt x="70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0" name="任意多边形: 形状 509"/>
              <p:cNvSpPr/>
              <p:nvPr/>
            </p:nvSpPr>
            <p:spPr>
              <a:xfrm>
                <a:off x="7434942" y="5323114"/>
                <a:ext cx="195942" cy="195942"/>
              </a:xfrm>
              <a:custGeom>
                <a:avLst/>
                <a:gdLst>
                  <a:gd name="connsiteX0" fmla="*/ 730 w 195942"/>
                  <a:gd name="connsiteY0" fmla="*/ 815 h 195942"/>
                  <a:gd name="connsiteX1" fmla="*/ 196673 w 195942"/>
                  <a:gd name="connsiteY1" fmla="*/ 815 h 195942"/>
                  <a:gd name="connsiteX2" fmla="*/ 196673 w 195942"/>
                  <a:gd name="connsiteY2" fmla="*/ 196758 h 195942"/>
                  <a:gd name="connsiteX3" fmla="*/ 73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15"/>
                    </a:moveTo>
                    <a:lnTo>
                      <a:pt x="196673" y="815"/>
                    </a:lnTo>
                    <a:lnTo>
                      <a:pt x="196673" y="196758"/>
                    </a:lnTo>
                    <a:lnTo>
                      <a:pt x="73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1" name="任意多边形: 形状 510"/>
              <p:cNvSpPr/>
              <p:nvPr/>
            </p:nvSpPr>
            <p:spPr>
              <a:xfrm>
                <a:off x="7630885" y="5323114"/>
                <a:ext cx="195942" cy="195942"/>
              </a:xfrm>
              <a:custGeom>
                <a:avLst/>
                <a:gdLst>
                  <a:gd name="connsiteX0" fmla="*/ 760 w 195942"/>
                  <a:gd name="connsiteY0" fmla="*/ 815 h 195942"/>
                  <a:gd name="connsiteX1" fmla="*/ 196703 w 195942"/>
                  <a:gd name="connsiteY1" fmla="*/ 815 h 195942"/>
                  <a:gd name="connsiteX2" fmla="*/ 196703 w 195942"/>
                  <a:gd name="connsiteY2" fmla="*/ 196758 h 195942"/>
                  <a:gd name="connsiteX3" fmla="*/ 76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15"/>
                    </a:moveTo>
                    <a:lnTo>
                      <a:pt x="196703" y="815"/>
                    </a:lnTo>
                    <a:lnTo>
                      <a:pt x="196703" y="196758"/>
                    </a:lnTo>
                    <a:lnTo>
                      <a:pt x="76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2" name="任意多边形: 形状 511"/>
              <p:cNvSpPr/>
              <p:nvPr/>
            </p:nvSpPr>
            <p:spPr>
              <a:xfrm>
                <a:off x="7826828" y="5323114"/>
                <a:ext cx="195942" cy="195942"/>
              </a:xfrm>
              <a:custGeom>
                <a:avLst/>
                <a:gdLst>
                  <a:gd name="connsiteX0" fmla="*/ 790 w 195942"/>
                  <a:gd name="connsiteY0" fmla="*/ 815 h 195942"/>
                  <a:gd name="connsiteX1" fmla="*/ 196733 w 195942"/>
                  <a:gd name="connsiteY1" fmla="*/ 815 h 195942"/>
                  <a:gd name="connsiteX2" fmla="*/ 196733 w 195942"/>
                  <a:gd name="connsiteY2" fmla="*/ 196758 h 195942"/>
                  <a:gd name="connsiteX3" fmla="*/ 79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815"/>
                    </a:moveTo>
                    <a:lnTo>
                      <a:pt x="196733" y="815"/>
                    </a:lnTo>
                    <a:lnTo>
                      <a:pt x="196733" y="196758"/>
                    </a:lnTo>
                    <a:lnTo>
                      <a:pt x="79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94" name="图形 5"/>
            <p:cNvGrpSpPr/>
            <p:nvPr/>
          </p:nvGrpSpPr>
          <p:grpSpPr>
            <a:xfrm>
              <a:off x="7239000" y="5519057"/>
              <a:ext cx="783770" cy="195942"/>
              <a:chOff x="7239000" y="5519057"/>
              <a:chExt cx="783770" cy="195942"/>
            </a:xfrm>
            <a:grpFill/>
          </p:grpSpPr>
          <p:sp>
            <p:nvSpPr>
              <p:cNvPr id="505" name="任意多边形: 形状 504"/>
              <p:cNvSpPr/>
              <p:nvPr/>
            </p:nvSpPr>
            <p:spPr>
              <a:xfrm>
                <a:off x="7239000" y="5519057"/>
                <a:ext cx="195942" cy="195942"/>
              </a:xfrm>
              <a:custGeom>
                <a:avLst/>
                <a:gdLst>
                  <a:gd name="connsiteX0" fmla="*/ 700 w 195942"/>
                  <a:gd name="connsiteY0" fmla="*/ 845 h 195942"/>
                  <a:gd name="connsiteX1" fmla="*/ 196643 w 195942"/>
                  <a:gd name="connsiteY1" fmla="*/ 845 h 195942"/>
                  <a:gd name="connsiteX2" fmla="*/ 196643 w 195942"/>
                  <a:gd name="connsiteY2" fmla="*/ 196788 h 195942"/>
                  <a:gd name="connsiteX3" fmla="*/ 70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45"/>
                    </a:moveTo>
                    <a:lnTo>
                      <a:pt x="196643" y="845"/>
                    </a:lnTo>
                    <a:lnTo>
                      <a:pt x="196643" y="196788"/>
                    </a:lnTo>
                    <a:lnTo>
                      <a:pt x="70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6" name="任意多边形: 形状 505"/>
              <p:cNvSpPr/>
              <p:nvPr/>
            </p:nvSpPr>
            <p:spPr>
              <a:xfrm>
                <a:off x="7434942" y="5519057"/>
                <a:ext cx="195942" cy="195942"/>
              </a:xfrm>
              <a:custGeom>
                <a:avLst/>
                <a:gdLst>
                  <a:gd name="connsiteX0" fmla="*/ 730 w 195942"/>
                  <a:gd name="connsiteY0" fmla="*/ 845 h 195942"/>
                  <a:gd name="connsiteX1" fmla="*/ 196673 w 195942"/>
                  <a:gd name="connsiteY1" fmla="*/ 845 h 195942"/>
                  <a:gd name="connsiteX2" fmla="*/ 196673 w 195942"/>
                  <a:gd name="connsiteY2" fmla="*/ 196788 h 195942"/>
                  <a:gd name="connsiteX3" fmla="*/ 73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45"/>
                    </a:moveTo>
                    <a:lnTo>
                      <a:pt x="196673" y="845"/>
                    </a:lnTo>
                    <a:lnTo>
                      <a:pt x="196673" y="196788"/>
                    </a:lnTo>
                    <a:lnTo>
                      <a:pt x="73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7" name="任意多边形: 形状 506"/>
              <p:cNvSpPr/>
              <p:nvPr/>
            </p:nvSpPr>
            <p:spPr>
              <a:xfrm>
                <a:off x="7630885" y="5519057"/>
                <a:ext cx="195942" cy="195942"/>
              </a:xfrm>
              <a:custGeom>
                <a:avLst/>
                <a:gdLst>
                  <a:gd name="connsiteX0" fmla="*/ 760 w 195942"/>
                  <a:gd name="connsiteY0" fmla="*/ 845 h 195942"/>
                  <a:gd name="connsiteX1" fmla="*/ 196703 w 195942"/>
                  <a:gd name="connsiteY1" fmla="*/ 845 h 195942"/>
                  <a:gd name="connsiteX2" fmla="*/ 196703 w 195942"/>
                  <a:gd name="connsiteY2" fmla="*/ 196788 h 195942"/>
                  <a:gd name="connsiteX3" fmla="*/ 76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45"/>
                    </a:moveTo>
                    <a:lnTo>
                      <a:pt x="196703" y="845"/>
                    </a:lnTo>
                    <a:lnTo>
                      <a:pt x="196703" y="196788"/>
                    </a:lnTo>
                    <a:lnTo>
                      <a:pt x="76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8" name="任意多边形: 形状 507"/>
              <p:cNvSpPr/>
              <p:nvPr/>
            </p:nvSpPr>
            <p:spPr>
              <a:xfrm>
                <a:off x="7826828" y="5519057"/>
                <a:ext cx="195942" cy="195942"/>
              </a:xfrm>
              <a:custGeom>
                <a:avLst/>
                <a:gdLst>
                  <a:gd name="connsiteX0" fmla="*/ 790 w 195942"/>
                  <a:gd name="connsiteY0" fmla="*/ 845 h 195942"/>
                  <a:gd name="connsiteX1" fmla="*/ 196733 w 195942"/>
                  <a:gd name="connsiteY1" fmla="*/ 845 h 195942"/>
                  <a:gd name="connsiteX2" fmla="*/ 196733 w 195942"/>
                  <a:gd name="connsiteY2" fmla="*/ 196788 h 195942"/>
                  <a:gd name="connsiteX3" fmla="*/ 79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845"/>
                    </a:moveTo>
                    <a:lnTo>
                      <a:pt x="196733" y="845"/>
                    </a:lnTo>
                    <a:lnTo>
                      <a:pt x="196733" y="196788"/>
                    </a:lnTo>
                    <a:lnTo>
                      <a:pt x="79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95" name="图形 5"/>
            <p:cNvGrpSpPr/>
            <p:nvPr/>
          </p:nvGrpSpPr>
          <p:grpSpPr>
            <a:xfrm>
              <a:off x="7239000" y="5715000"/>
              <a:ext cx="783770" cy="195942"/>
              <a:chOff x="7239000" y="5715000"/>
              <a:chExt cx="783770" cy="195942"/>
            </a:xfrm>
            <a:grpFill/>
          </p:grpSpPr>
          <p:sp>
            <p:nvSpPr>
              <p:cNvPr id="501" name="任意多边形: 形状 500"/>
              <p:cNvSpPr/>
              <p:nvPr/>
            </p:nvSpPr>
            <p:spPr>
              <a:xfrm>
                <a:off x="7239000" y="5715000"/>
                <a:ext cx="195942" cy="195942"/>
              </a:xfrm>
              <a:custGeom>
                <a:avLst/>
                <a:gdLst>
                  <a:gd name="connsiteX0" fmla="*/ 700 w 195942"/>
                  <a:gd name="connsiteY0" fmla="*/ 875 h 195942"/>
                  <a:gd name="connsiteX1" fmla="*/ 196643 w 195942"/>
                  <a:gd name="connsiteY1" fmla="*/ 875 h 195942"/>
                  <a:gd name="connsiteX2" fmla="*/ 196643 w 195942"/>
                  <a:gd name="connsiteY2" fmla="*/ 196818 h 195942"/>
                  <a:gd name="connsiteX3" fmla="*/ 70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75"/>
                    </a:moveTo>
                    <a:lnTo>
                      <a:pt x="196643" y="875"/>
                    </a:lnTo>
                    <a:lnTo>
                      <a:pt x="196643" y="196818"/>
                    </a:lnTo>
                    <a:lnTo>
                      <a:pt x="70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2" name="任意多边形: 形状 501"/>
              <p:cNvSpPr/>
              <p:nvPr/>
            </p:nvSpPr>
            <p:spPr>
              <a:xfrm>
                <a:off x="7434942" y="5715000"/>
                <a:ext cx="195942" cy="195942"/>
              </a:xfrm>
              <a:custGeom>
                <a:avLst/>
                <a:gdLst>
                  <a:gd name="connsiteX0" fmla="*/ 730 w 195942"/>
                  <a:gd name="connsiteY0" fmla="*/ 875 h 195942"/>
                  <a:gd name="connsiteX1" fmla="*/ 196673 w 195942"/>
                  <a:gd name="connsiteY1" fmla="*/ 875 h 195942"/>
                  <a:gd name="connsiteX2" fmla="*/ 196673 w 195942"/>
                  <a:gd name="connsiteY2" fmla="*/ 196818 h 195942"/>
                  <a:gd name="connsiteX3" fmla="*/ 73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75"/>
                    </a:moveTo>
                    <a:lnTo>
                      <a:pt x="196673" y="875"/>
                    </a:lnTo>
                    <a:lnTo>
                      <a:pt x="196673" y="196818"/>
                    </a:lnTo>
                    <a:lnTo>
                      <a:pt x="73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3" name="任意多边形: 形状 502"/>
              <p:cNvSpPr/>
              <p:nvPr/>
            </p:nvSpPr>
            <p:spPr>
              <a:xfrm>
                <a:off x="7630885" y="5715000"/>
                <a:ext cx="195942" cy="195942"/>
              </a:xfrm>
              <a:custGeom>
                <a:avLst/>
                <a:gdLst>
                  <a:gd name="connsiteX0" fmla="*/ 760 w 195942"/>
                  <a:gd name="connsiteY0" fmla="*/ 875 h 195942"/>
                  <a:gd name="connsiteX1" fmla="*/ 196703 w 195942"/>
                  <a:gd name="connsiteY1" fmla="*/ 875 h 195942"/>
                  <a:gd name="connsiteX2" fmla="*/ 196703 w 195942"/>
                  <a:gd name="connsiteY2" fmla="*/ 196818 h 195942"/>
                  <a:gd name="connsiteX3" fmla="*/ 76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75"/>
                    </a:moveTo>
                    <a:lnTo>
                      <a:pt x="196703" y="875"/>
                    </a:lnTo>
                    <a:lnTo>
                      <a:pt x="196703" y="196818"/>
                    </a:lnTo>
                    <a:lnTo>
                      <a:pt x="76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4" name="任意多边形: 形状 503"/>
              <p:cNvSpPr/>
              <p:nvPr/>
            </p:nvSpPr>
            <p:spPr>
              <a:xfrm>
                <a:off x="7826828" y="5715000"/>
                <a:ext cx="195942" cy="195942"/>
              </a:xfrm>
              <a:custGeom>
                <a:avLst/>
                <a:gdLst>
                  <a:gd name="connsiteX0" fmla="*/ 790 w 195942"/>
                  <a:gd name="connsiteY0" fmla="*/ 875 h 195942"/>
                  <a:gd name="connsiteX1" fmla="*/ 196733 w 195942"/>
                  <a:gd name="connsiteY1" fmla="*/ 875 h 195942"/>
                  <a:gd name="connsiteX2" fmla="*/ 196733 w 195942"/>
                  <a:gd name="connsiteY2" fmla="*/ 196818 h 195942"/>
                  <a:gd name="connsiteX3" fmla="*/ 79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875"/>
                    </a:moveTo>
                    <a:lnTo>
                      <a:pt x="196733" y="875"/>
                    </a:lnTo>
                    <a:lnTo>
                      <a:pt x="196733" y="196818"/>
                    </a:lnTo>
                    <a:lnTo>
                      <a:pt x="79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96" name="图形 5"/>
            <p:cNvGrpSpPr/>
            <p:nvPr/>
          </p:nvGrpSpPr>
          <p:grpSpPr>
            <a:xfrm>
              <a:off x="7239000" y="5910942"/>
              <a:ext cx="783770" cy="195942"/>
              <a:chOff x="7239000" y="5910942"/>
              <a:chExt cx="783770" cy="195942"/>
            </a:xfrm>
            <a:grpFill/>
          </p:grpSpPr>
          <p:sp>
            <p:nvSpPr>
              <p:cNvPr id="497" name="任意多边形: 形状 496"/>
              <p:cNvSpPr/>
              <p:nvPr/>
            </p:nvSpPr>
            <p:spPr>
              <a:xfrm>
                <a:off x="7239000" y="5910942"/>
                <a:ext cx="195942" cy="195942"/>
              </a:xfrm>
              <a:custGeom>
                <a:avLst/>
                <a:gdLst>
                  <a:gd name="connsiteX0" fmla="*/ 700 w 195942"/>
                  <a:gd name="connsiteY0" fmla="*/ 905 h 195942"/>
                  <a:gd name="connsiteX1" fmla="*/ 196643 w 195942"/>
                  <a:gd name="connsiteY1" fmla="*/ 905 h 195942"/>
                  <a:gd name="connsiteX2" fmla="*/ 196643 w 195942"/>
                  <a:gd name="connsiteY2" fmla="*/ 196848 h 195942"/>
                  <a:gd name="connsiteX3" fmla="*/ 70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905"/>
                    </a:moveTo>
                    <a:lnTo>
                      <a:pt x="196643" y="905"/>
                    </a:lnTo>
                    <a:lnTo>
                      <a:pt x="196643" y="196848"/>
                    </a:lnTo>
                    <a:lnTo>
                      <a:pt x="70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8" name="任意多边形: 形状 497"/>
              <p:cNvSpPr/>
              <p:nvPr/>
            </p:nvSpPr>
            <p:spPr>
              <a:xfrm>
                <a:off x="7434942" y="5910942"/>
                <a:ext cx="195942" cy="195942"/>
              </a:xfrm>
              <a:custGeom>
                <a:avLst/>
                <a:gdLst>
                  <a:gd name="connsiteX0" fmla="*/ 730 w 195942"/>
                  <a:gd name="connsiteY0" fmla="*/ 905 h 195942"/>
                  <a:gd name="connsiteX1" fmla="*/ 196673 w 195942"/>
                  <a:gd name="connsiteY1" fmla="*/ 905 h 195942"/>
                  <a:gd name="connsiteX2" fmla="*/ 196673 w 195942"/>
                  <a:gd name="connsiteY2" fmla="*/ 196848 h 195942"/>
                  <a:gd name="connsiteX3" fmla="*/ 73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905"/>
                    </a:moveTo>
                    <a:lnTo>
                      <a:pt x="196673" y="905"/>
                    </a:lnTo>
                    <a:lnTo>
                      <a:pt x="196673" y="196848"/>
                    </a:lnTo>
                    <a:lnTo>
                      <a:pt x="73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9" name="任意多边形: 形状 498"/>
              <p:cNvSpPr/>
              <p:nvPr/>
            </p:nvSpPr>
            <p:spPr>
              <a:xfrm>
                <a:off x="7630885" y="5910942"/>
                <a:ext cx="195942" cy="195942"/>
              </a:xfrm>
              <a:custGeom>
                <a:avLst/>
                <a:gdLst>
                  <a:gd name="connsiteX0" fmla="*/ 760 w 195942"/>
                  <a:gd name="connsiteY0" fmla="*/ 905 h 195942"/>
                  <a:gd name="connsiteX1" fmla="*/ 196703 w 195942"/>
                  <a:gd name="connsiteY1" fmla="*/ 905 h 195942"/>
                  <a:gd name="connsiteX2" fmla="*/ 196703 w 195942"/>
                  <a:gd name="connsiteY2" fmla="*/ 196848 h 195942"/>
                  <a:gd name="connsiteX3" fmla="*/ 76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905"/>
                    </a:moveTo>
                    <a:lnTo>
                      <a:pt x="196703" y="905"/>
                    </a:lnTo>
                    <a:lnTo>
                      <a:pt x="196703" y="196848"/>
                    </a:lnTo>
                    <a:lnTo>
                      <a:pt x="76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0" name="任意多边形: 形状 499"/>
              <p:cNvSpPr/>
              <p:nvPr/>
            </p:nvSpPr>
            <p:spPr>
              <a:xfrm>
                <a:off x="7826828" y="5910942"/>
                <a:ext cx="195942" cy="195942"/>
              </a:xfrm>
              <a:custGeom>
                <a:avLst/>
                <a:gdLst>
                  <a:gd name="connsiteX0" fmla="*/ 790 w 195942"/>
                  <a:gd name="connsiteY0" fmla="*/ 905 h 195942"/>
                  <a:gd name="connsiteX1" fmla="*/ 196733 w 195942"/>
                  <a:gd name="connsiteY1" fmla="*/ 905 h 195942"/>
                  <a:gd name="connsiteX2" fmla="*/ 196733 w 195942"/>
                  <a:gd name="connsiteY2" fmla="*/ 196848 h 195942"/>
                  <a:gd name="connsiteX3" fmla="*/ 79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905"/>
                    </a:moveTo>
                    <a:lnTo>
                      <a:pt x="196733" y="905"/>
                    </a:lnTo>
                    <a:lnTo>
                      <a:pt x="196733" y="196848"/>
                    </a:lnTo>
                    <a:lnTo>
                      <a:pt x="79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17" name="图形 5"/>
          <p:cNvGrpSpPr/>
          <p:nvPr/>
        </p:nvGrpSpPr>
        <p:grpSpPr>
          <a:xfrm>
            <a:off x="7809858" y="4883490"/>
            <a:ext cx="783771" cy="979713"/>
            <a:chOff x="7238999" y="5127171"/>
            <a:chExt cx="783771" cy="97971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18" name="图形 5"/>
            <p:cNvGrpSpPr/>
            <p:nvPr/>
          </p:nvGrpSpPr>
          <p:grpSpPr>
            <a:xfrm>
              <a:off x="7238999" y="5127171"/>
              <a:ext cx="783771" cy="252506"/>
              <a:chOff x="7238999" y="5127171"/>
              <a:chExt cx="783771" cy="252506"/>
            </a:xfrm>
            <a:grpFill/>
          </p:grpSpPr>
          <p:sp>
            <p:nvSpPr>
              <p:cNvPr id="539" name="任意多边形: 形状 538"/>
              <p:cNvSpPr/>
              <p:nvPr/>
            </p:nvSpPr>
            <p:spPr>
              <a:xfrm>
                <a:off x="7238999" y="5127171"/>
                <a:ext cx="234609" cy="252506"/>
              </a:xfrm>
              <a:custGeom>
                <a:avLst/>
                <a:gdLst>
                  <a:gd name="connsiteX0" fmla="*/ 700 w 195942"/>
                  <a:gd name="connsiteY0" fmla="*/ 785 h 195942"/>
                  <a:gd name="connsiteX1" fmla="*/ 196643 w 195942"/>
                  <a:gd name="connsiteY1" fmla="*/ 785 h 195942"/>
                  <a:gd name="connsiteX2" fmla="*/ 196643 w 195942"/>
                  <a:gd name="connsiteY2" fmla="*/ 196728 h 195942"/>
                  <a:gd name="connsiteX3" fmla="*/ 70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785"/>
                    </a:moveTo>
                    <a:lnTo>
                      <a:pt x="196643" y="785"/>
                    </a:lnTo>
                    <a:lnTo>
                      <a:pt x="196643" y="196728"/>
                    </a:lnTo>
                    <a:lnTo>
                      <a:pt x="70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0" name="任意多边形: 形状 539"/>
              <p:cNvSpPr/>
              <p:nvPr/>
            </p:nvSpPr>
            <p:spPr>
              <a:xfrm>
                <a:off x="7434942" y="5127171"/>
                <a:ext cx="195942" cy="195942"/>
              </a:xfrm>
              <a:custGeom>
                <a:avLst/>
                <a:gdLst>
                  <a:gd name="connsiteX0" fmla="*/ 730 w 195942"/>
                  <a:gd name="connsiteY0" fmla="*/ 785 h 195942"/>
                  <a:gd name="connsiteX1" fmla="*/ 196673 w 195942"/>
                  <a:gd name="connsiteY1" fmla="*/ 785 h 195942"/>
                  <a:gd name="connsiteX2" fmla="*/ 196673 w 195942"/>
                  <a:gd name="connsiteY2" fmla="*/ 196728 h 195942"/>
                  <a:gd name="connsiteX3" fmla="*/ 73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785"/>
                    </a:moveTo>
                    <a:lnTo>
                      <a:pt x="196673" y="785"/>
                    </a:lnTo>
                    <a:lnTo>
                      <a:pt x="196673" y="196728"/>
                    </a:lnTo>
                    <a:lnTo>
                      <a:pt x="73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1" name="任意多边形: 形状 540"/>
              <p:cNvSpPr/>
              <p:nvPr/>
            </p:nvSpPr>
            <p:spPr>
              <a:xfrm>
                <a:off x="7630885" y="5127171"/>
                <a:ext cx="195942" cy="195942"/>
              </a:xfrm>
              <a:custGeom>
                <a:avLst/>
                <a:gdLst>
                  <a:gd name="connsiteX0" fmla="*/ 760 w 195942"/>
                  <a:gd name="connsiteY0" fmla="*/ 785 h 195942"/>
                  <a:gd name="connsiteX1" fmla="*/ 196703 w 195942"/>
                  <a:gd name="connsiteY1" fmla="*/ 785 h 195942"/>
                  <a:gd name="connsiteX2" fmla="*/ 196703 w 195942"/>
                  <a:gd name="connsiteY2" fmla="*/ 196728 h 195942"/>
                  <a:gd name="connsiteX3" fmla="*/ 76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785"/>
                    </a:moveTo>
                    <a:lnTo>
                      <a:pt x="196703" y="785"/>
                    </a:lnTo>
                    <a:lnTo>
                      <a:pt x="196703" y="196728"/>
                    </a:lnTo>
                    <a:lnTo>
                      <a:pt x="76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2" name="任意多边形: 形状 541"/>
              <p:cNvSpPr/>
              <p:nvPr/>
            </p:nvSpPr>
            <p:spPr>
              <a:xfrm>
                <a:off x="7826828" y="5127171"/>
                <a:ext cx="195942" cy="195942"/>
              </a:xfrm>
              <a:custGeom>
                <a:avLst/>
                <a:gdLst>
                  <a:gd name="connsiteX0" fmla="*/ 790 w 195942"/>
                  <a:gd name="connsiteY0" fmla="*/ 785 h 195942"/>
                  <a:gd name="connsiteX1" fmla="*/ 196733 w 195942"/>
                  <a:gd name="connsiteY1" fmla="*/ 785 h 195942"/>
                  <a:gd name="connsiteX2" fmla="*/ 196733 w 195942"/>
                  <a:gd name="connsiteY2" fmla="*/ 196728 h 195942"/>
                  <a:gd name="connsiteX3" fmla="*/ 79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785"/>
                    </a:moveTo>
                    <a:lnTo>
                      <a:pt x="196733" y="785"/>
                    </a:lnTo>
                    <a:lnTo>
                      <a:pt x="196733" y="196728"/>
                    </a:lnTo>
                    <a:lnTo>
                      <a:pt x="790" y="19672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19" name="图形 5"/>
            <p:cNvGrpSpPr/>
            <p:nvPr/>
          </p:nvGrpSpPr>
          <p:grpSpPr>
            <a:xfrm>
              <a:off x="7239000" y="5323114"/>
              <a:ext cx="783770" cy="195942"/>
              <a:chOff x="7239000" y="5323114"/>
              <a:chExt cx="783770" cy="195942"/>
            </a:xfrm>
            <a:grpFill/>
          </p:grpSpPr>
          <p:sp>
            <p:nvSpPr>
              <p:cNvPr id="535" name="任意多边形: 形状 534"/>
              <p:cNvSpPr/>
              <p:nvPr/>
            </p:nvSpPr>
            <p:spPr>
              <a:xfrm>
                <a:off x="7239000" y="5323114"/>
                <a:ext cx="195942" cy="195942"/>
              </a:xfrm>
              <a:custGeom>
                <a:avLst/>
                <a:gdLst>
                  <a:gd name="connsiteX0" fmla="*/ 700 w 195942"/>
                  <a:gd name="connsiteY0" fmla="*/ 815 h 195942"/>
                  <a:gd name="connsiteX1" fmla="*/ 196643 w 195942"/>
                  <a:gd name="connsiteY1" fmla="*/ 815 h 195942"/>
                  <a:gd name="connsiteX2" fmla="*/ 196643 w 195942"/>
                  <a:gd name="connsiteY2" fmla="*/ 196758 h 195942"/>
                  <a:gd name="connsiteX3" fmla="*/ 70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15"/>
                    </a:moveTo>
                    <a:lnTo>
                      <a:pt x="196643" y="815"/>
                    </a:lnTo>
                    <a:lnTo>
                      <a:pt x="196643" y="196758"/>
                    </a:lnTo>
                    <a:lnTo>
                      <a:pt x="70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6" name="任意多边形: 形状 535"/>
              <p:cNvSpPr/>
              <p:nvPr/>
            </p:nvSpPr>
            <p:spPr>
              <a:xfrm>
                <a:off x="7434942" y="5323114"/>
                <a:ext cx="195942" cy="195942"/>
              </a:xfrm>
              <a:custGeom>
                <a:avLst/>
                <a:gdLst>
                  <a:gd name="connsiteX0" fmla="*/ 730 w 195942"/>
                  <a:gd name="connsiteY0" fmla="*/ 815 h 195942"/>
                  <a:gd name="connsiteX1" fmla="*/ 196673 w 195942"/>
                  <a:gd name="connsiteY1" fmla="*/ 815 h 195942"/>
                  <a:gd name="connsiteX2" fmla="*/ 196673 w 195942"/>
                  <a:gd name="connsiteY2" fmla="*/ 196758 h 195942"/>
                  <a:gd name="connsiteX3" fmla="*/ 73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15"/>
                    </a:moveTo>
                    <a:lnTo>
                      <a:pt x="196673" y="815"/>
                    </a:lnTo>
                    <a:lnTo>
                      <a:pt x="196673" y="196758"/>
                    </a:lnTo>
                    <a:lnTo>
                      <a:pt x="73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7" name="任意多边形: 形状 536"/>
              <p:cNvSpPr/>
              <p:nvPr/>
            </p:nvSpPr>
            <p:spPr>
              <a:xfrm>
                <a:off x="7630885" y="5323114"/>
                <a:ext cx="195942" cy="195942"/>
              </a:xfrm>
              <a:custGeom>
                <a:avLst/>
                <a:gdLst>
                  <a:gd name="connsiteX0" fmla="*/ 760 w 195942"/>
                  <a:gd name="connsiteY0" fmla="*/ 815 h 195942"/>
                  <a:gd name="connsiteX1" fmla="*/ 196703 w 195942"/>
                  <a:gd name="connsiteY1" fmla="*/ 815 h 195942"/>
                  <a:gd name="connsiteX2" fmla="*/ 196703 w 195942"/>
                  <a:gd name="connsiteY2" fmla="*/ 196758 h 195942"/>
                  <a:gd name="connsiteX3" fmla="*/ 76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15"/>
                    </a:moveTo>
                    <a:lnTo>
                      <a:pt x="196703" y="815"/>
                    </a:lnTo>
                    <a:lnTo>
                      <a:pt x="196703" y="196758"/>
                    </a:lnTo>
                    <a:lnTo>
                      <a:pt x="76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8" name="任意多边形: 形状 537"/>
              <p:cNvSpPr/>
              <p:nvPr/>
            </p:nvSpPr>
            <p:spPr>
              <a:xfrm>
                <a:off x="7826828" y="5323114"/>
                <a:ext cx="195942" cy="195942"/>
              </a:xfrm>
              <a:custGeom>
                <a:avLst/>
                <a:gdLst>
                  <a:gd name="connsiteX0" fmla="*/ 790 w 195942"/>
                  <a:gd name="connsiteY0" fmla="*/ 815 h 195942"/>
                  <a:gd name="connsiteX1" fmla="*/ 196733 w 195942"/>
                  <a:gd name="connsiteY1" fmla="*/ 815 h 195942"/>
                  <a:gd name="connsiteX2" fmla="*/ 196733 w 195942"/>
                  <a:gd name="connsiteY2" fmla="*/ 196758 h 195942"/>
                  <a:gd name="connsiteX3" fmla="*/ 79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815"/>
                    </a:moveTo>
                    <a:lnTo>
                      <a:pt x="196733" y="815"/>
                    </a:lnTo>
                    <a:lnTo>
                      <a:pt x="196733" y="196758"/>
                    </a:lnTo>
                    <a:lnTo>
                      <a:pt x="790" y="19675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20" name="图形 5"/>
            <p:cNvGrpSpPr/>
            <p:nvPr/>
          </p:nvGrpSpPr>
          <p:grpSpPr>
            <a:xfrm>
              <a:off x="7239000" y="5519057"/>
              <a:ext cx="783770" cy="195942"/>
              <a:chOff x="7239000" y="5519057"/>
              <a:chExt cx="783770" cy="195942"/>
            </a:xfrm>
            <a:grpFill/>
          </p:grpSpPr>
          <p:sp>
            <p:nvSpPr>
              <p:cNvPr id="531" name="任意多边形: 形状 530"/>
              <p:cNvSpPr/>
              <p:nvPr/>
            </p:nvSpPr>
            <p:spPr>
              <a:xfrm>
                <a:off x="7239000" y="5519057"/>
                <a:ext cx="195942" cy="195942"/>
              </a:xfrm>
              <a:custGeom>
                <a:avLst/>
                <a:gdLst>
                  <a:gd name="connsiteX0" fmla="*/ 700 w 195942"/>
                  <a:gd name="connsiteY0" fmla="*/ 845 h 195942"/>
                  <a:gd name="connsiteX1" fmla="*/ 196643 w 195942"/>
                  <a:gd name="connsiteY1" fmla="*/ 845 h 195942"/>
                  <a:gd name="connsiteX2" fmla="*/ 196643 w 195942"/>
                  <a:gd name="connsiteY2" fmla="*/ 196788 h 195942"/>
                  <a:gd name="connsiteX3" fmla="*/ 70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45"/>
                    </a:moveTo>
                    <a:lnTo>
                      <a:pt x="196643" y="845"/>
                    </a:lnTo>
                    <a:lnTo>
                      <a:pt x="196643" y="196788"/>
                    </a:lnTo>
                    <a:lnTo>
                      <a:pt x="70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2" name="任意多边形: 形状 531"/>
              <p:cNvSpPr/>
              <p:nvPr/>
            </p:nvSpPr>
            <p:spPr>
              <a:xfrm>
                <a:off x="7434942" y="5519057"/>
                <a:ext cx="195942" cy="195942"/>
              </a:xfrm>
              <a:custGeom>
                <a:avLst/>
                <a:gdLst>
                  <a:gd name="connsiteX0" fmla="*/ 730 w 195942"/>
                  <a:gd name="connsiteY0" fmla="*/ 845 h 195942"/>
                  <a:gd name="connsiteX1" fmla="*/ 196673 w 195942"/>
                  <a:gd name="connsiteY1" fmla="*/ 845 h 195942"/>
                  <a:gd name="connsiteX2" fmla="*/ 196673 w 195942"/>
                  <a:gd name="connsiteY2" fmla="*/ 196788 h 195942"/>
                  <a:gd name="connsiteX3" fmla="*/ 73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45"/>
                    </a:moveTo>
                    <a:lnTo>
                      <a:pt x="196673" y="845"/>
                    </a:lnTo>
                    <a:lnTo>
                      <a:pt x="196673" y="196788"/>
                    </a:lnTo>
                    <a:lnTo>
                      <a:pt x="73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3" name="任意多边形: 形状 532"/>
              <p:cNvSpPr/>
              <p:nvPr/>
            </p:nvSpPr>
            <p:spPr>
              <a:xfrm>
                <a:off x="7630885" y="5519057"/>
                <a:ext cx="195942" cy="195942"/>
              </a:xfrm>
              <a:custGeom>
                <a:avLst/>
                <a:gdLst>
                  <a:gd name="connsiteX0" fmla="*/ 760 w 195942"/>
                  <a:gd name="connsiteY0" fmla="*/ 845 h 195942"/>
                  <a:gd name="connsiteX1" fmla="*/ 196703 w 195942"/>
                  <a:gd name="connsiteY1" fmla="*/ 845 h 195942"/>
                  <a:gd name="connsiteX2" fmla="*/ 196703 w 195942"/>
                  <a:gd name="connsiteY2" fmla="*/ 196788 h 195942"/>
                  <a:gd name="connsiteX3" fmla="*/ 76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45"/>
                    </a:moveTo>
                    <a:lnTo>
                      <a:pt x="196703" y="845"/>
                    </a:lnTo>
                    <a:lnTo>
                      <a:pt x="196703" y="196788"/>
                    </a:lnTo>
                    <a:lnTo>
                      <a:pt x="76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4" name="任意多边形: 形状 533"/>
              <p:cNvSpPr/>
              <p:nvPr/>
            </p:nvSpPr>
            <p:spPr>
              <a:xfrm>
                <a:off x="7826828" y="5519057"/>
                <a:ext cx="195942" cy="195942"/>
              </a:xfrm>
              <a:custGeom>
                <a:avLst/>
                <a:gdLst>
                  <a:gd name="connsiteX0" fmla="*/ 790 w 195942"/>
                  <a:gd name="connsiteY0" fmla="*/ 845 h 195942"/>
                  <a:gd name="connsiteX1" fmla="*/ 196733 w 195942"/>
                  <a:gd name="connsiteY1" fmla="*/ 845 h 195942"/>
                  <a:gd name="connsiteX2" fmla="*/ 196733 w 195942"/>
                  <a:gd name="connsiteY2" fmla="*/ 196788 h 195942"/>
                  <a:gd name="connsiteX3" fmla="*/ 79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845"/>
                    </a:moveTo>
                    <a:lnTo>
                      <a:pt x="196733" y="845"/>
                    </a:lnTo>
                    <a:lnTo>
                      <a:pt x="196733" y="196788"/>
                    </a:lnTo>
                    <a:lnTo>
                      <a:pt x="790" y="19678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21" name="图形 5"/>
            <p:cNvGrpSpPr/>
            <p:nvPr/>
          </p:nvGrpSpPr>
          <p:grpSpPr>
            <a:xfrm>
              <a:off x="7239000" y="5715000"/>
              <a:ext cx="783770" cy="195942"/>
              <a:chOff x="7239000" y="5715000"/>
              <a:chExt cx="783770" cy="195942"/>
            </a:xfrm>
            <a:grpFill/>
          </p:grpSpPr>
          <p:sp>
            <p:nvSpPr>
              <p:cNvPr id="527" name="任意多边形: 形状 526"/>
              <p:cNvSpPr/>
              <p:nvPr/>
            </p:nvSpPr>
            <p:spPr>
              <a:xfrm>
                <a:off x="7239000" y="5715000"/>
                <a:ext cx="195942" cy="195942"/>
              </a:xfrm>
              <a:custGeom>
                <a:avLst/>
                <a:gdLst>
                  <a:gd name="connsiteX0" fmla="*/ 700 w 195942"/>
                  <a:gd name="connsiteY0" fmla="*/ 875 h 195942"/>
                  <a:gd name="connsiteX1" fmla="*/ 196643 w 195942"/>
                  <a:gd name="connsiteY1" fmla="*/ 875 h 195942"/>
                  <a:gd name="connsiteX2" fmla="*/ 196643 w 195942"/>
                  <a:gd name="connsiteY2" fmla="*/ 196818 h 195942"/>
                  <a:gd name="connsiteX3" fmla="*/ 70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75"/>
                    </a:moveTo>
                    <a:lnTo>
                      <a:pt x="196643" y="875"/>
                    </a:lnTo>
                    <a:lnTo>
                      <a:pt x="196643" y="196818"/>
                    </a:lnTo>
                    <a:lnTo>
                      <a:pt x="70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8" name="任意多边形: 形状 527"/>
              <p:cNvSpPr/>
              <p:nvPr/>
            </p:nvSpPr>
            <p:spPr>
              <a:xfrm>
                <a:off x="7434942" y="5715000"/>
                <a:ext cx="195942" cy="195942"/>
              </a:xfrm>
              <a:custGeom>
                <a:avLst/>
                <a:gdLst>
                  <a:gd name="connsiteX0" fmla="*/ 730 w 195942"/>
                  <a:gd name="connsiteY0" fmla="*/ 875 h 195942"/>
                  <a:gd name="connsiteX1" fmla="*/ 196673 w 195942"/>
                  <a:gd name="connsiteY1" fmla="*/ 875 h 195942"/>
                  <a:gd name="connsiteX2" fmla="*/ 196673 w 195942"/>
                  <a:gd name="connsiteY2" fmla="*/ 196818 h 195942"/>
                  <a:gd name="connsiteX3" fmla="*/ 73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75"/>
                    </a:moveTo>
                    <a:lnTo>
                      <a:pt x="196673" y="875"/>
                    </a:lnTo>
                    <a:lnTo>
                      <a:pt x="196673" y="196818"/>
                    </a:lnTo>
                    <a:lnTo>
                      <a:pt x="73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9" name="任意多边形: 形状 528"/>
              <p:cNvSpPr/>
              <p:nvPr/>
            </p:nvSpPr>
            <p:spPr>
              <a:xfrm>
                <a:off x="7630885" y="5715000"/>
                <a:ext cx="195942" cy="195942"/>
              </a:xfrm>
              <a:custGeom>
                <a:avLst/>
                <a:gdLst>
                  <a:gd name="connsiteX0" fmla="*/ 760 w 195942"/>
                  <a:gd name="connsiteY0" fmla="*/ 875 h 195942"/>
                  <a:gd name="connsiteX1" fmla="*/ 196703 w 195942"/>
                  <a:gd name="connsiteY1" fmla="*/ 875 h 195942"/>
                  <a:gd name="connsiteX2" fmla="*/ 196703 w 195942"/>
                  <a:gd name="connsiteY2" fmla="*/ 196818 h 195942"/>
                  <a:gd name="connsiteX3" fmla="*/ 76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75"/>
                    </a:moveTo>
                    <a:lnTo>
                      <a:pt x="196703" y="875"/>
                    </a:lnTo>
                    <a:lnTo>
                      <a:pt x="196703" y="196818"/>
                    </a:lnTo>
                    <a:lnTo>
                      <a:pt x="76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0" name="任意多边形: 形状 529"/>
              <p:cNvSpPr/>
              <p:nvPr/>
            </p:nvSpPr>
            <p:spPr>
              <a:xfrm>
                <a:off x="7826828" y="5715000"/>
                <a:ext cx="195942" cy="195942"/>
              </a:xfrm>
              <a:custGeom>
                <a:avLst/>
                <a:gdLst>
                  <a:gd name="connsiteX0" fmla="*/ 790 w 195942"/>
                  <a:gd name="connsiteY0" fmla="*/ 875 h 195942"/>
                  <a:gd name="connsiteX1" fmla="*/ 196733 w 195942"/>
                  <a:gd name="connsiteY1" fmla="*/ 875 h 195942"/>
                  <a:gd name="connsiteX2" fmla="*/ 196733 w 195942"/>
                  <a:gd name="connsiteY2" fmla="*/ 196818 h 195942"/>
                  <a:gd name="connsiteX3" fmla="*/ 790 w 195942"/>
                  <a:gd name="connsiteY3" fmla="*/ 19681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875"/>
                    </a:moveTo>
                    <a:lnTo>
                      <a:pt x="196733" y="875"/>
                    </a:lnTo>
                    <a:lnTo>
                      <a:pt x="196733" y="196818"/>
                    </a:lnTo>
                    <a:lnTo>
                      <a:pt x="790" y="19681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22" name="图形 5"/>
            <p:cNvGrpSpPr/>
            <p:nvPr/>
          </p:nvGrpSpPr>
          <p:grpSpPr>
            <a:xfrm>
              <a:off x="7239000" y="5910942"/>
              <a:ext cx="783770" cy="195942"/>
              <a:chOff x="7239000" y="5910942"/>
              <a:chExt cx="783770" cy="195942"/>
            </a:xfrm>
            <a:grpFill/>
          </p:grpSpPr>
          <p:sp>
            <p:nvSpPr>
              <p:cNvPr id="523" name="任意多边形: 形状 522"/>
              <p:cNvSpPr/>
              <p:nvPr/>
            </p:nvSpPr>
            <p:spPr>
              <a:xfrm>
                <a:off x="7239000" y="5910942"/>
                <a:ext cx="195942" cy="195942"/>
              </a:xfrm>
              <a:custGeom>
                <a:avLst/>
                <a:gdLst>
                  <a:gd name="connsiteX0" fmla="*/ 700 w 195942"/>
                  <a:gd name="connsiteY0" fmla="*/ 905 h 195942"/>
                  <a:gd name="connsiteX1" fmla="*/ 196643 w 195942"/>
                  <a:gd name="connsiteY1" fmla="*/ 905 h 195942"/>
                  <a:gd name="connsiteX2" fmla="*/ 196643 w 195942"/>
                  <a:gd name="connsiteY2" fmla="*/ 196848 h 195942"/>
                  <a:gd name="connsiteX3" fmla="*/ 70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905"/>
                    </a:moveTo>
                    <a:lnTo>
                      <a:pt x="196643" y="905"/>
                    </a:lnTo>
                    <a:lnTo>
                      <a:pt x="196643" y="196848"/>
                    </a:lnTo>
                    <a:lnTo>
                      <a:pt x="70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4" name="任意多边形: 形状 523"/>
              <p:cNvSpPr/>
              <p:nvPr/>
            </p:nvSpPr>
            <p:spPr>
              <a:xfrm>
                <a:off x="7434942" y="5910942"/>
                <a:ext cx="195942" cy="195942"/>
              </a:xfrm>
              <a:custGeom>
                <a:avLst/>
                <a:gdLst>
                  <a:gd name="connsiteX0" fmla="*/ 730 w 195942"/>
                  <a:gd name="connsiteY0" fmla="*/ 905 h 195942"/>
                  <a:gd name="connsiteX1" fmla="*/ 196673 w 195942"/>
                  <a:gd name="connsiteY1" fmla="*/ 905 h 195942"/>
                  <a:gd name="connsiteX2" fmla="*/ 196673 w 195942"/>
                  <a:gd name="connsiteY2" fmla="*/ 196848 h 195942"/>
                  <a:gd name="connsiteX3" fmla="*/ 73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905"/>
                    </a:moveTo>
                    <a:lnTo>
                      <a:pt x="196673" y="905"/>
                    </a:lnTo>
                    <a:lnTo>
                      <a:pt x="196673" y="196848"/>
                    </a:lnTo>
                    <a:lnTo>
                      <a:pt x="73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5" name="任意多边形: 形状 524"/>
              <p:cNvSpPr/>
              <p:nvPr/>
            </p:nvSpPr>
            <p:spPr>
              <a:xfrm>
                <a:off x="7630885" y="5910942"/>
                <a:ext cx="195942" cy="195942"/>
              </a:xfrm>
              <a:custGeom>
                <a:avLst/>
                <a:gdLst>
                  <a:gd name="connsiteX0" fmla="*/ 760 w 195942"/>
                  <a:gd name="connsiteY0" fmla="*/ 905 h 195942"/>
                  <a:gd name="connsiteX1" fmla="*/ 196703 w 195942"/>
                  <a:gd name="connsiteY1" fmla="*/ 905 h 195942"/>
                  <a:gd name="connsiteX2" fmla="*/ 196703 w 195942"/>
                  <a:gd name="connsiteY2" fmla="*/ 196848 h 195942"/>
                  <a:gd name="connsiteX3" fmla="*/ 76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905"/>
                    </a:moveTo>
                    <a:lnTo>
                      <a:pt x="196703" y="905"/>
                    </a:lnTo>
                    <a:lnTo>
                      <a:pt x="196703" y="196848"/>
                    </a:lnTo>
                    <a:lnTo>
                      <a:pt x="76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6" name="任意多边形: 形状 525"/>
              <p:cNvSpPr/>
              <p:nvPr/>
            </p:nvSpPr>
            <p:spPr>
              <a:xfrm>
                <a:off x="7826828" y="5910942"/>
                <a:ext cx="195942" cy="195942"/>
              </a:xfrm>
              <a:custGeom>
                <a:avLst/>
                <a:gdLst>
                  <a:gd name="connsiteX0" fmla="*/ 790 w 195942"/>
                  <a:gd name="connsiteY0" fmla="*/ 905 h 195942"/>
                  <a:gd name="connsiteX1" fmla="*/ 196733 w 195942"/>
                  <a:gd name="connsiteY1" fmla="*/ 905 h 195942"/>
                  <a:gd name="connsiteX2" fmla="*/ 196733 w 195942"/>
                  <a:gd name="connsiteY2" fmla="*/ 196848 h 195942"/>
                  <a:gd name="connsiteX3" fmla="*/ 790 w 195942"/>
                  <a:gd name="connsiteY3" fmla="*/ 19684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90" y="905"/>
                    </a:moveTo>
                    <a:lnTo>
                      <a:pt x="196733" y="905"/>
                    </a:lnTo>
                    <a:lnTo>
                      <a:pt x="196733" y="196848"/>
                    </a:lnTo>
                    <a:lnTo>
                      <a:pt x="790" y="196848"/>
                    </a:lnTo>
                    <a:close/>
                  </a:path>
                </a:pathLst>
              </a:custGeom>
              <a:grpFill/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44" name="文本框 543"/>
          <p:cNvSpPr txBox="1"/>
          <p:nvPr/>
        </p:nvSpPr>
        <p:spPr>
          <a:xfrm>
            <a:off x="6850902" y="5167606"/>
            <a:ext cx="97883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b="1" dirty="0"/>
              <a:t>…………</a:t>
            </a:r>
            <a:endParaRPr lang="zh-CN" altLang="en-US" dirty="0"/>
          </a:p>
        </p:txBody>
      </p:sp>
      <p:cxnSp>
        <p:nvCxnSpPr>
          <p:cNvPr id="546" name="直接箭头连接符 545"/>
          <p:cNvCxnSpPr/>
          <p:nvPr/>
        </p:nvCxnSpPr>
        <p:spPr>
          <a:xfrm>
            <a:off x="8718550" y="5315012"/>
            <a:ext cx="1333500" cy="21777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7" name="文本框 546"/>
          <p:cNvSpPr txBox="1"/>
          <p:nvPr/>
        </p:nvSpPr>
        <p:spPr>
          <a:xfrm>
            <a:off x="8870886" y="4867880"/>
            <a:ext cx="1508323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线性变换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8" name="文本框 547"/>
          <p:cNvSpPr txBox="1"/>
          <p:nvPr/>
        </p:nvSpPr>
        <p:spPr>
          <a:xfrm>
            <a:off x="10379209" y="5152123"/>
            <a:ext cx="1508323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信息组合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00084" y="4438297"/>
            <a:ext cx="1307746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拼接操作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1691005"/>
            <a:ext cx="4245610" cy="40919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介绍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Transformer </a:t>
            </a:r>
            <a:r>
              <a:rPr lang="zh-CN" altLang="en-US" dirty="0"/>
              <a:t>是一种专门处理序列数据的神经网络架构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所谓序列，就是具有顺序的数据，例如一句话、一段语音，或者一串时间序列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核心思路：让所有</a:t>
            </a:r>
            <a:r>
              <a:rPr lang="en-US" altLang="zh-CN" b="1" dirty="0"/>
              <a:t>token</a:t>
            </a:r>
            <a:r>
              <a:rPr lang="zh-CN" altLang="en-US" b="1" dirty="0"/>
              <a:t>都可以直接互相查看，直接建立联系</a:t>
            </a:r>
            <a:endParaRPr lang="zh-CN" altLang="en-US" b="1" dirty="0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2692400" y="3689350"/>
            <a:ext cx="527050" cy="104775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文本框 8"/>
          <p:cNvSpPr txBox="1"/>
          <p:nvPr/>
        </p:nvSpPr>
        <p:spPr>
          <a:xfrm>
            <a:off x="1354440" y="4845050"/>
            <a:ext cx="3371850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注意力机制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9300" y="-11341"/>
            <a:ext cx="10515600" cy="1325563"/>
          </a:xfrm>
        </p:spPr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8200" y="1396489"/>
            <a:ext cx="11140214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Encoder</a:t>
            </a:r>
            <a:r>
              <a:rPr lang="zh-CN" altLang="en-US" dirty="0"/>
              <a:t>：理解输入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Decoder</a:t>
            </a:r>
            <a:r>
              <a:rPr lang="zh-CN" altLang="en-US" dirty="0"/>
              <a:t>：生成输出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12" y="2319088"/>
            <a:ext cx="3139038" cy="4354445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519062" y="1957456"/>
          <a:ext cx="7179733" cy="4814819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2415848"/>
                <a:gridCol w="4763885"/>
              </a:tblGrid>
              <a:tr h="4396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组件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具体解释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96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Input</a:t>
                      </a:r>
                      <a:endParaRPr lang="zh-CN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Encoder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输入端：接收原始输入序列</a:t>
                      </a:r>
                      <a:endParaRPr lang="zh-CN" altLang="en-US" sz="16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96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Output</a:t>
                      </a:r>
                      <a:endParaRPr lang="zh-CN" altLang="en-US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Decoder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输入端：接收已经生成的输出词</a:t>
                      </a:r>
                      <a:endParaRPr lang="zh-CN" altLang="en-US" sz="16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96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strike="noStrike" cap="none" spc="0" baseline="0" dirty="0">
                          <a:solidFill>
                            <a:srgbClr val="FFFFFF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Input Embedding</a:t>
                      </a:r>
                      <a:endParaRPr lang="zh-CN" altLang="en-US" sz="1600" b="1" i="0" u="none" strike="noStrike" cap="none" spc="0" baseline="0" dirty="0">
                        <a:solidFill>
                          <a:srgbClr val="FFFFFF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Encoder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底部：把每个 </a:t>
                      </a: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Token 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转换成向量</a:t>
                      </a:r>
                      <a:endParaRPr lang="zh-CN" altLang="en-US" sz="16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96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strike="noStrike" cap="none" spc="0" baseline="0" dirty="0">
                          <a:solidFill>
                            <a:srgbClr val="FFFFFF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Output Embedding</a:t>
                      </a:r>
                      <a:endParaRPr lang="zh-CN" altLang="en-US" sz="1600" b="1" i="0" u="none" strike="noStrike" cap="none" spc="0" baseline="0" dirty="0">
                        <a:solidFill>
                          <a:srgbClr val="FFFFFF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Decoder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底部：把已生成的词转换成向量</a:t>
                      </a:r>
                      <a:endParaRPr lang="zh-CN" altLang="en-US" sz="16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96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strike="noStrike" cap="none" spc="0" baseline="0" dirty="0">
                          <a:solidFill>
                            <a:srgbClr val="FFFFFF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Positional Encoding</a:t>
                      </a:r>
                      <a:endParaRPr lang="zh-CN" altLang="en-US" sz="1600" b="1" i="0" u="none" strike="noStrike" cap="none" spc="0" baseline="0" dirty="0">
                        <a:solidFill>
                          <a:srgbClr val="FFFFFF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Embedding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后：提供词语的位置信息</a:t>
                      </a:r>
                      <a:endParaRPr lang="zh-CN" altLang="en-US" sz="16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96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strike="noStrike" cap="none" spc="0" baseline="0" dirty="0">
                          <a:solidFill>
                            <a:srgbClr val="FFFFFF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Layer Normalization</a:t>
                      </a:r>
                      <a:endParaRPr lang="zh-CN" altLang="en-US" sz="1600" b="1" i="0" u="none" strike="noStrike" cap="none" spc="0" baseline="0" dirty="0">
                        <a:solidFill>
                          <a:srgbClr val="FFFFFF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Add&amp; Norm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中：稳定数据分布，加快训练</a:t>
                      </a:r>
                      <a:endParaRPr lang="zh-CN" altLang="en-US" sz="16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49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strike="noStrike" cap="none" spc="0" baseline="0" dirty="0">
                          <a:solidFill>
                            <a:srgbClr val="FFFFFF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Multi-Head Self-Attention</a:t>
                      </a:r>
                      <a:endParaRPr lang="zh-CN" altLang="en-US" sz="1600" b="1" i="0" u="none" strike="noStrike" cap="none" spc="0" baseline="0" dirty="0">
                        <a:solidFill>
                          <a:srgbClr val="FFFFFF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Encoder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中：分析输入序列中各个词之间的关系</a:t>
                      </a:r>
                      <a:endParaRPr lang="zh-CN" altLang="en-US" sz="16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49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strike="noStrike" cap="none" spc="0" baseline="0" dirty="0">
                          <a:solidFill>
                            <a:srgbClr val="FFFFFF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Masked Multi-Head Attention</a:t>
                      </a:r>
                      <a:endParaRPr lang="zh-CN" altLang="en-US" sz="1600" b="1" i="0" u="none" strike="noStrike" cap="none" spc="0" baseline="0" dirty="0">
                        <a:solidFill>
                          <a:srgbClr val="FFFFFF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Decoder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第一部分：只能关注当前位置及之前的词</a:t>
                      </a:r>
                      <a:endParaRPr lang="zh-CN" altLang="en-US" sz="16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96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u="none" strike="noStrike" cap="none" spc="0" baseline="0" dirty="0">
                          <a:solidFill>
                            <a:srgbClr val="FFFFFF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Feed Forward Network</a:t>
                      </a:r>
                      <a:endParaRPr lang="zh-CN" altLang="en-US" sz="1600" b="1" i="0" u="none" strike="noStrike" cap="none" spc="0" baseline="0" dirty="0">
                        <a:solidFill>
                          <a:srgbClr val="FFFFFF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Encoder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和</a:t>
                      </a:r>
                      <a:r>
                        <a:rPr lang="en-US" altLang="zh-CN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Decoder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中：对每个位置的特征进行进一步加工</a:t>
                      </a:r>
                      <a:endParaRPr lang="zh-CN" altLang="en-US" sz="16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857750" y="1170690"/>
            <a:ext cx="5651500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“我喜欢猫”翻译成 “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 like cats” 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No.1  Input</a:t>
            </a:r>
            <a:r>
              <a:rPr lang="zh-CN" altLang="en-US" b="1" dirty="0">
                <a:solidFill>
                  <a:srgbClr val="C00000"/>
                </a:solidFill>
              </a:rPr>
              <a:t>前的处理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将输入句子“我喜欢猫”分成一个个</a:t>
            </a:r>
            <a:r>
              <a:rPr lang="en-US" altLang="zh-CN" dirty="0"/>
              <a:t>token</a:t>
            </a:r>
            <a:r>
              <a:rPr lang="zh-CN" altLang="en-US" dirty="0"/>
              <a:t>“</a:t>
            </a:r>
            <a:r>
              <a:rPr lang="zh-CN" altLang="en-US" u="sng" dirty="0"/>
              <a:t>我</a:t>
            </a:r>
            <a:r>
              <a:rPr lang="zh-CN" altLang="en-US" dirty="0"/>
              <a:t> </a:t>
            </a:r>
            <a:r>
              <a:rPr lang="zh-CN" altLang="en-US" u="sng" dirty="0"/>
              <a:t>喜欢</a:t>
            </a:r>
            <a:r>
              <a:rPr lang="zh-CN" altLang="en-US" dirty="0"/>
              <a:t> </a:t>
            </a:r>
            <a:r>
              <a:rPr lang="zh-CN" altLang="en-US" u="sng" dirty="0"/>
              <a:t>猫</a:t>
            </a:r>
            <a:r>
              <a:rPr lang="zh-CN" altLang="en-US" dirty="0"/>
              <a:t>”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No.2  Input Embedding</a:t>
            </a:r>
            <a:r>
              <a:rPr lang="zh-CN" altLang="en-US" b="1" dirty="0">
                <a:solidFill>
                  <a:srgbClr val="C00000"/>
                </a:solidFill>
              </a:rPr>
              <a:t>：词的身份信息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把每个词转换成一个高维向量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我     → </a:t>
            </a:r>
            <a:r>
              <a:rPr lang="en-US" altLang="zh-CN" dirty="0"/>
              <a:t>[0.2, 0.7, 0.1, ...]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喜欢   → </a:t>
            </a:r>
            <a:r>
              <a:rPr lang="en-US" altLang="zh-CN" dirty="0"/>
              <a:t>[0.8, 0.3, 0.6, ...]   </a:t>
            </a:r>
            <a:r>
              <a:rPr lang="zh-CN" altLang="en-US" dirty="0"/>
              <a:t>模型学习出来的“词的含义表示”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猫     → </a:t>
            </a:r>
            <a:r>
              <a:rPr lang="en-US" altLang="zh-CN" dirty="0"/>
              <a:t>[0.4, 0.9, 0.2, ...]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962" y="1684020"/>
            <a:ext cx="3139038" cy="435444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607549" y="5173980"/>
            <a:ext cx="1014931" cy="817880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noFill/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8199" y="1633220"/>
            <a:ext cx="11719878" cy="5751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No.3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Positional Encoding</a:t>
            </a:r>
            <a:r>
              <a:rPr lang="zh-CN" altLang="en-US" b="1" dirty="0">
                <a:solidFill>
                  <a:srgbClr val="C00000"/>
                </a:solidFill>
              </a:rPr>
              <a:t>：补充位置信息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/>
              <a:t>排列不变性质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输入表示 </a:t>
            </a:r>
            <a:r>
              <a:rPr lang="en-US" altLang="zh-CN" dirty="0"/>
              <a:t>= </a:t>
            </a:r>
            <a:r>
              <a:rPr lang="zh-CN" altLang="en-US" dirty="0"/>
              <a:t>词向量 </a:t>
            </a:r>
            <a:r>
              <a:rPr lang="en-US" altLang="zh-CN" dirty="0"/>
              <a:t>+ </a:t>
            </a:r>
            <a:r>
              <a:rPr lang="zh-CN" altLang="en-US" dirty="0"/>
              <a:t>位置编码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位置编码特点：唯一、不需要训练学习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es-ES" altLang="zh-CN" dirty="0"/>
              <a:t>Embedding(“</a:t>
            </a:r>
            <a:r>
              <a:rPr lang="zh-CN" altLang="en-US" dirty="0"/>
              <a:t>我</a:t>
            </a:r>
            <a:r>
              <a:rPr lang="es-ES" altLang="zh-CN" dirty="0"/>
              <a:t>") + Pos_Vector(1)</a:t>
            </a:r>
            <a:endParaRPr lang="es-E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es-ES" altLang="zh-CN" dirty="0"/>
              <a:t>Embedding(“</a:t>
            </a:r>
            <a:r>
              <a:rPr lang="zh-CN" altLang="en-US" dirty="0"/>
              <a:t>喜欢</a:t>
            </a:r>
            <a:r>
              <a:rPr lang="es-ES" altLang="zh-CN" dirty="0"/>
              <a:t>") + Pos_Vector(2)</a:t>
            </a:r>
            <a:endParaRPr lang="es-E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es-ES" altLang="zh-CN" dirty="0"/>
              <a:t>Embedding(“</a:t>
            </a:r>
            <a:r>
              <a:rPr lang="zh-CN" altLang="en-US" dirty="0"/>
              <a:t>猫</a:t>
            </a:r>
            <a:r>
              <a:rPr lang="es-ES" altLang="zh-CN" dirty="0"/>
              <a:t>") + Pos_Vector(3)</a:t>
            </a:r>
            <a:endParaRPr lang="es-E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962" y="1633220"/>
            <a:ext cx="3139038" cy="435444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105900" y="4826000"/>
            <a:ext cx="1663700" cy="355600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38198" y="2714129"/>
            <a:ext cx="901400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 A：['史蒂夫', '建造', '房子'] （Steve builds a house. 这是一个正常的陈述句）</a:t>
            </a:r>
            <a:endParaRPr lang="zh-CN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 B：['房子', '建造', '史蒂夫'] （House builds Steve. 这在逻辑上是荒谬的）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计算自注意力时结果相等</a:t>
            </a:r>
            <a:endParaRPr lang="zh-CN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913874" y="1409721"/>
            <a:ext cx="110404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No.4 Encoder</a:t>
            </a:r>
            <a:r>
              <a:rPr lang="zh-CN" altLang="en-US" b="1" dirty="0">
                <a:solidFill>
                  <a:srgbClr val="C00000"/>
                </a:solidFill>
              </a:rPr>
              <a:t>编码器部分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由多个相同的编码器堆叠而成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每一层主要包含</a:t>
            </a:r>
            <a:r>
              <a:rPr lang="en-US" altLang="zh-CN" sz="2000" dirty="0"/>
              <a:t>Multi-Head Self-Attention </a:t>
            </a:r>
            <a:r>
              <a:rPr lang="zh-CN" altLang="en-US" sz="2000" dirty="0"/>
              <a:t>、</a:t>
            </a:r>
            <a:r>
              <a:rPr lang="en-US" altLang="zh-CN" sz="2000" dirty="0"/>
              <a:t> Add &amp; Norm</a:t>
            </a:r>
            <a:r>
              <a:rPr lang="zh-CN" altLang="en-US" sz="2000" dirty="0"/>
              <a:t>、</a:t>
            </a:r>
            <a:r>
              <a:rPr lang="en-US" altLang="zh-CN" sz="2000" dirty="0"/>
              <a:t> Feed Forward</a:t>
            </a: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No.4.1Multi-Head Self-Attention</a:t>
            </a:r>
            <a:r>
              <a:rPr lang="zh-CN" altLang="en-US" b="1" dirty="0">
                <a:solidFill>
                  <a:srgbClr val="C00000"/>
                </a:solidFill>
              </a:rPr>
              <a:t>：理解词与词之间的关系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    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7622" y="2940050"/>
            <a:ext cx="2824377" cy="3917950"/>
          </a:xfrm>
          <a:prstGeom prst="rect">
            <a:avLst/>
          </a:prstGeom>
        </p:spPr>
      </p:pic>
      <p:grpSp>
        <p:nvGrpSpPr>
          <p:cNvPr id="6" name="图形 5"/>
          <p:cNvGrpSpPr/>
          <p:nvPr/>
        </p:nvGrpSpPr>
        <p:grpSpPr>
          <a:xfrm>
            <a:off x="2907160" y="4132352"/>
            <a:ext cx="2409292" cy="2122534"/>
            <a:chOff x="7238999" y="5127171"/>
            <a:chExt cx="587828" cy="587828"/>
          </a:xfrm>
          <a:solidFill>
            <a:srgbClr val="00B050"/>
          </a:solidFill>
        </p:grpSpPr>
        <p:grpSp>
          <p:nvGrpSpPr>
            <p:cNvPr id="7" name="图形 5"/>
            <p:cNvGrpSpPr/>
            <p:nvPr/>
          </p:nvGrpSpPr>
          <p:grpSpPr>
            <a:xfrm>
              <a:off x="7238999" y="5127171"/>
              <a:ext cx="587828" cy="252506"/>
              <a:chOff x="7238999" y="5127171"/>
              <a:chExt cx="587828" cy="252506"/>
            </a:xfrm>
            <a:grpFill/>
          </p:grpSpPr>
          <p:sp>
            <p:nvSpPr>
              <p:cNvPr id="32" name="任意多边形: 形状 31"/>
              <p:cNvSpPr/>
              <p:nvPr/>
            </p:nvSpPr>
            <p:spPr>
              <a:xfrm>
                <a:off x="7238999" y="5127171"/>
                <a:ext cx="234609" cy="252506"/>
              </a:xfrm>
              <a:custGeom>
                <a:avLst/>
                <a:gdLst>
                  <a:gd name="connsiteX0" fmla="*/ 700 w 195942"/>
                  <a:gd name="connsiteY0" fmla="*/ 785 h 195942"/>
                  <a:gd name="connsiteX1" fmla="*/ 196643 w 195942"/>
                  <a:gd name="connsiteY1" fmla="*/ 785 h 195942"/>
                  <a:gd name="connsiteX2" fmla="*/ 196643 w 195942"/>
                  <a:gd name="connsiteY2" fmla="*/ 196728 h 195942"/>
                  <a:gd name="connsiteX3" fmla="*/ 70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785"/>
                    </a:moveTo>
                    <a:lnTo>
                      <a:pt x="196643" y="785"/>
                    </a:lnTo>
                    <a:lnTo>
                      <a:pt x="196643" y="196728"/>
                    </a:lnTo>
                    <a:lnTo>
                      <a:pt x="700" y="19672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7434942" y="5127171"/>
                <a:ext cx="195942" cy="195942"/>
              </a:xfrm>
              <a:custGeom>
                <a:avLst/>
                <a:gdLst>
                  <a:gd name="connsiteX0" fmla="*/ 730 w 195942"/>
                  <a:gd name="connsiteY0" fmla="*/ 785 h 195942"/>
                  <a:gd name="connsiteX1" fmla="*/ 196673 w 195942"/>
                  <a:gd name="connsiteY1" fmla="*/ 785 h 195942"/>
                  <a:gd name="connsiteX2" fmla="*/ 196673 w 195942"/>
                  <a:gd name="connsiteY2" fmla="*/ 196728 h 195942"/>
                  <a:gd name="connsiteX3" fmla="*/ 73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785"/>
                    </a:moveTo>
                    <a:lnTo>
                      <a:pt x="196673" y="785"/>
                    </a:lnTo>
                    <a:lnTo>
                      <a:pt x="196673" y="196728"/>
                    </a:lnTo>
                    <a:lnTo>
                      <a:pt x="730" y="19672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7630885" y="5127171"/>
                <a:ext cx="195942" cy="195942"/>
              </a:xfrm>
              <a:custGeom>
                <a:avLst/>
                <a:gdLst>
                  <a:gd name="connsiteX0" fmla="*/ 760 w 195942"/>
                  <a:gd name="connsiteY0" fmla="*/ 785 h 195942"/>
                  <a:gd name="connsiteX1" fmla="*/ 196703 w 195942"/>
                  <a:gd name="connsiteY1" fmla="*/ 785 h 195942"/>
                  <a:gd name="connsiteX2" fmla="*/ 196703 w 195942"/>
                  <a:gd name="connsiteY2" fmla="*/ 196728 h 195942"/>
                  <a:gd name="connsiteX3" fmla="*/ 760 w 195942"/>
                  <a:gd name="connsiteY3" fmla="*/ 19672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785"/>
                    </a:moveTo>
                    <a:lnTo>
                      <a:pt x="196703" y="785"/>
                    </a:lnTo>
                    <a:lnTo>
                      <a:pt x="196703" y="196728"/>
                    </a:lnTo>
                    <a:lnTo>
                      <a:pt x="760" y="19672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图形 5"/>
            <p:cNvGrpSpPr/>
            <p:nvPr/>
          </p:nvGrpSpPr>
          <p:grpSpPr>
            <a:xfrm>
              <a:off x="7239000" y="5323114"/>
              <a:ext cx="587827" cy="195942"/>
              <a:chOff x="7239000" y="5323114"/>
              <a:chExt cx="587827" cy="195942"/>
            </a:xfrm>
            <a:grpFill/>
          </p:grpSpPr>
          <p:sp>
            <p:nvSpPr>
              <p:cNvPr id="27" name="任意多边形: 形状 26"/>
              <p:cNvSpPr/>
              <p:nvPr/>
            </p:nvSpPr>
            <p:spPr>
              <a:xfrm>
                <a:off x="7239000" y="5323114"/>
                <a:ext cx="195942" cy="195942"/>
              </a:xfrm>
              <a:custGeom>
                <a:avLst/>
                <a:gdLst>
                  <a:gd name="connsiteX0" fmla="*/ 700 w 195942"/>
                  <a:gd name="connsiteY0" fmla="*/ 815 h 195942"/>
                  <a:gd name="connsiteX1" fmla="*/ 196643 w 195942"/>
                  <a:gd name="connsiteY1" fmla="*/ 815 h 195942"/>
                  <a:gd name="connsiteX2" fmla="*/ 196643 w 195942"/>
                  <a:gd name="connsiteY2" fmla="*/ 196758 h 195942"/>
                  <a:gd name="connsiteX3" fmla="*/ 70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15"/>
                    </a:moveTo>
                    <a:lnTo>
                      <a:pt x="196643" y="815"/>
                    </a:lnTo>
                    <a:lnTo>
                      <a:pt x="196643" y="196758"/>
                    </a:lnTo>
                    <a:lnTo>
                      <a:pt x="700" y="19675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7434942" y="5323114"/>
                <a:ext cx="195942" cy="195942"/>
              </a:xfrm>
              <a:custGeom>
                <a:avLst/>
                <a:gdLst>
                  <a:gd name="connsiteX0" fmla="*/ 730 w 195942"/>
                  <a:gd name="connsiteY0" fmla="*/ 815 h 195942"/>
                  <a:gd name="connsiteX1" fmla="*/ 196673 w 195942"/>
                  <a:gd name="connsiteY1" fmla="*/ 815 h 195942"/>
                  <a:gd name="connsiteX2" fmla="*/ 196673 w 195942"/>
                  <a:gd name="connsiteY2" fmla="*/ 196758 h 195942"/>
                  <a:gd name="connsiteX3" fmla="*/ 73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15"/>
                    </a:moveTo>
                    <a:lnTo>
                      <a:pt x="196673" y="815"/>
                    </a:lnTo>
                    <a:lnTo>
                      <a:pt x="196673" y="196758"/>
                    </a:lnTo>
                    <a:lnTo>
                      <a:pt x="730" y="19675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7630885" y="5323114"/>
                <a:ext cx="195942" cy="195942"/>
              </a:xfrm>
              <a:custGeom>
                <a:avLst/>
                <a:gdLst>
                  <a:gd name="connsiteX0" fmla="*/ 760 w 195942"/>
                  <a:gd name="connsiteY0" fmla="*/ 815 h 195942"/>
                  <a:gd name="connsiteX1" fmla="*/ 196703 w 195942"/>
                  <a:gd name="connsiteY1" fmla="*/ 815 h 195942"/>
                  <a:gd name="connsiteX2" fmla="*/ 196703 w 195942"/>
                  <a:gd name="connsiteY2" fmla="*/ 196758 h 195942"/>
                  <a:gd name="connsiteX3" fmla="*/ 760 w 195942"/>
                  <a:gd name="connsiteY3" fmla="*/ 19675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15"/>
                    </a:moveTo>
                    <a:lnTo>
                      <a:pt x="196703" y="815"/>
                    </a:lnTo>
                    <a:lnTo>
                      <a:pt x="196703" y="196758"/>
                    </a:lnTo>
                    <a:lnTo>
                      <a:pt x="760" y="196758"/>
                    </a:lnTo>
                    <a:close/>
                  </a:path>
                </a:pathLst>
              </a:custGeom>
              <a:solidFill>
                <a:srgbClr val="FFC000"/>
              </a:solidFill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9" name="图形 5"/>
            <p:cNvGrpSpPr/>
            <p:nvPr/>
          </p:nvGrpSpPr>
          <p:grpSpPr>
            <a:xfrm>
              <a:off x="7239000" y="5519057"/>
              <a:ext cx="587827" cy="195942"/>
              <a:chOff x="7239000" y="5519057"/>
              <a:chExt cx="587827" cy="195942"/>
            </a:xfrm>
            <a:grpFill/>
          </p:grpSpPr>
          <p:sp>
            <p:nvSpPr>
              <p:cNvPr id="22" name="任意多边形: 形状 21"/>
              <p:cNvSpPr/>
              <p:nvPr/>
            </p:nvSpPr>
            <p:spPr>
              <a:xfrm>
                <a:off x="7239000" y="5519057"/>
                <a:ext cx="195942" cy="195942"/>
              </a:xfrm>
              <a:custGeom>
                <a:avLst/>
                <a:gdLst>
                  <a:gd name="connsiteX0" fmla="*/ 700 w 195942"/>
                  <a:gd name="connsiteY0" fmla="*/ 845 h 195942"/>
                  <a:gd name="connsiteX1" fmla="*/ 196643 w 195942"/>
                  <a:gd name="connsiteY1" fmla="*/ 845 h 195942"/>
                  <a:gd name="connsiteX2" fmla="*/ 196643 w 195942"/>
                  <a:gd name="connsiteY2" fmla="*/ 196788 h 195942"/>
                  <a:gd name="connsiteX3" fmla="*/ 70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00" y="845"/>
                    </a:moveTo>
                    <a:lnTo>
                      <a:pt x="196643" y="845"/>
                    </a:lnTo>
                    <a:lnTo>
                      <a:pt x="196643" y="196788"/>
                    </a:lnTo>
                    <a:lnTo>
                      <a:pt x="700" y="19678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7434942" y="5519057"/>
                <a:ext cx="195942" cy="195942"/>
              </a:xfrm>
              <a:custGeom>
                <a:avLst/>
                <a:gdLst>
                  <a:gd name="connsiteX0" fmla="*/ 730 w 195942"/>
                  <a:gd name="connsiteY0" fmla="*/ 845 h 195942"/>
                  <a:gd name="connsiteX1" fmla="*/ 196673 w 195942"/>
                  <a:gd name="connsiteY1" fmla="*/ 845 h 195942"/>
                  <a:gd name="connsiteX2" fmla="*/ 196673 w 195942"/>
                  <a:gd name="connsiteY2" fmla="*/ 196788 h 195942"/>
                  <a:gd name="connsiteX3" fmla="*/ 73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30" y="845"/>
                    </a:moveTo>
                    <a:lnTo>
                      <a:pt x="196673" y="845"/>
                    </a:lnTo>
                    <a:lnTo>
                      <a:pt x="196673" y="196788"/>
                    </a:lnTo>
                    <a:lnTo>
                      <a:pt x="730" y="19678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7630885" y="5519057"/>
                <a:ext cx="195942" cy="195942"/>
              </a:xfrm>
              <a:custGeom>
                <a:avLst/>
                <a:gdLst>
                  <a:gd name="connsiteX0" fmla="*/ 760 w 195942"/>
                  <a:gd name="connsiteY0" fmla="*/ 845 h 195942"/>
                  <a:gd name="connsiteX1" fmla="*/ 196703 w 195942"/>
                  <a:gd name="connsiteY1" fmla="*/ 845 h 195942"/>
                  <a:gd name="connsiteX2" fmla="*/ 196703 w 195942"/>
                  <a:gd name="connsiteY2" fmla="*/ 196788 h 195942"/>
                  <a:gd name="connsiteX3" fmla="*/ 760 w 195942"/>
                  <a:gd name="connsiteY3" fmla="*/ 196788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" h="195942">
                    <a:moveTo>
                      <a:pt x="760" y="845"/>
                    </a:moveTo>
                    <a:lnTo>
                      <a:pt x="196703" y="845"/>
                    </a:lnTo>
                    <a:lnTo>
                      <a:pt x="196703" y="196788"/>
                    </a:lnTo>
                    <a:lnTo>
                      <a:pt x="760" y="19678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9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7" name="文本框 36"/>
          <p:cNvSpPr txBox="1"/>
          <p:nvPr/>
        </p:nvSpPr>
        <p:spPr>
          <a:xfrm>
            <a:off x="3148312" y="3682825"/>
            <a:ext cx="479272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285091" y="4301440"/>
            <a:ext cx="479272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795448" y="3682825"/>
            <a:ext cx="717906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喜欢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104069" y="5008953"/>
            <a:ext cx="961576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喜欢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727642" y="3685502"/>
            <a:ext cx="487786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猫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381541" y="5750153"/>
            <a:ext cx="487786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猫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5160585" y="4469710"/>
            <a:ext cx="942935" cy="789671"/>
          </a:xfrm>
          <a:prstGeom prst="straightConnector1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文本框 44"/>
          <p:cNvSpPr txBox="1"/>
          <p:nvPr/>
        </p:nvSpPr>
        <p:spPr>
          <a:xfrm>
            <a:off x="5894187" y="4165578"/>
            <a:ext cx="539901" cy="24622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</a:t>
            </a:r>
            <a:endParaRPr lang="zh-CN" altLang="en-US" sz="16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126806" y="3918199"/>
          <a:ext cx="2026070" cy="1053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Equation" r:id="rId2" imgW="1035685" imgH="539750" progId="Equation.DSMT4">
                  <p:embed/>
                </p:oleObj>
              </mc:Choice>
              <mc:Fallback>
                <p:oleObj name="Equation" r:id="rId2" imgW="1035685" imgH="539750" progId="Equation.DSMT4">
                  <p:embed/>
                  <p:pic>
                    <p:nvPicPr>
                      <p:cNvPr id="0" name="对象 1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806" y="3918199"/>
                        <a:ext cx="2026070" cy="1053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7514138" y="4224123"/>
            <a:ext cx="1708150" cy="193899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2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3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4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…….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N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673916" y="6506775"/>
            <a:ext cx="1708150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1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969500" y="5259381"/>
            <a:ext cx="757767" cy="337086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No.4.2  </a:t>
            </a:r>
            <a:r>
              <a:rPr lang="en-US" altLang="zh-CN" sz="2400" b="1" dirty="0">
                <a:solidFill>
                  <a:srgbClr val="C00000"/>
                </a:solidFill>
              </a:rPr>
              <a:t>Add &amp; Norm </a:t>
            </a:r>
            <a:r>
              <a:rPr lang="zh-CN" altLang="en-US" sz="2400" b="1" dirty="0">
                <a:solidFill>
                  <a:srgbClr val="C00000"/>
                </a:solidFill>
              </a:rPr>
              <a:t>残差连接和归一化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b="1" dirty="0"/>
              <a:t>残差连接：</a:t>
            </a:r>
            <a:r>
              <a:rPr lang="en-US" altLang="zh-CN" dirty="0"/>
              <a:t> </a:t>
            </a:r>
            <a:r>
              <a:rPr lang="zh-CN" altLang="en-US" dirty="0"/>
              <a:t>输出</a:t>
            </a:r>
            <a:r>
              <a:rPr lang="en-US" altLang="zh-CN" dirty="0"/>
              <a:t> = </a:t>
            </a:r>
            <a:r>
              <a:rPr lang="zh-CN" altLang="en-US" dirty="0"/>
              <a:t>原输入</a:t>
            </a:r>
            <a:r>
              <a:rPr lang="en-US" altLang="zh-CN" dirty="0"/>
              <a:t> + </a:t>
            </a:r>
            <a:r>
              <a:rPr lang="zh-CN" altLang="en-US" dirty="0"/>
              <a:t>子层输出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b="1" dirty="0"/>
              <a:t>	</a:t>
            </a:r>
            <a:r>
              <a:rPr lang="en-US" altLang="zh-CN" b="1" dirty="0"/>
              <a:t>        </a:t>
            </a:r>
            <a:r>
              <a:rPr lang="zh-CN" altLang="en-US" dirty="0"/>
              <a:t>作用主要在于梯度很快就会衰减为 </a:t>
            </a:r>
            <a:r>
              <a:rPr lang="en-US" altLang="zh-CN" dirty="0"/>
              <a:t>0</a:t>
            </a:r>
            <a:endParaRPr lang="en-US" altLang="zh-CN" dirty="0"/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zh-CN" altLang="en-US" b="1" dirty="0"/>
              <a:t>归一化操作</a:t>
            </a:r>
            <a:r>
              <a:rPr lang="zh-CN" altLang="en-US" dirty="0"/>
              <a:t>：主要作用是让数据分布更加稳定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</a:t>
            </a:r>
            <a:r>
              <a:rPr lang="zh-CN" altLang="en-US" dirty="0"/>
              <a:t>防止数据的值很容易变得极其庞大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404179" y="2253734"/>
            <a:ext cx="609917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原来的信息 + Attention提取的新信息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415569" y="4380706"/>
          <a:ext cx="16954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1" imgW="1303655" imgH="720090" progId="Equation.DSMT4">
                  <p:embed/>
                </p:oleObj>
              </mc:Choice>
              <mc:Fallback>
                <p:oleObj name="Equation" r:id="rId1" imgW="1303655" imgH="720090" progId="Equation.DSMT4">
                  <p:embed/>
                  <p:pic>
                    <p:nvPicPr>
                      <p:cNvPr id="0" name="图片 1025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5569" y="4380706"/>
                        <a:ext cx="1695450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箭头连接符 14"/>
          <p:cNvCxnSpPr/>
          <p:nvPr/>
        </p:nvCxnSpPr>
        <p:spPr>
          <a:xfrm>
            <a:off x="1466850" y="4292600"/>
            <a:ext cx="647700" cy="51435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622" y="2940050"/>
            <a:ext cx="2824377" cy="391795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004425" y="5073650"/>
            <a:ext cx="671513" cy="219604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4072" y="1868486"/>
            <a:ext cx="11140214" cy="4716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No.4.3  Feed Forward </a:t>
            </a:r>
            <a:r>
              <a:rPr lang="zh-CN" altLang="en-US" b="1" dirty="0">
                <a:solidFill>
                  <a:srgbClr val="C00000"/>
                </a:solidFill>
              </a:rPr>
              <a:t>前馈神经网络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它一般包含两个线性层和一个激活函数，例如 </a:t>
            </a:r>
            <a:r>
              <a:rPr lang="en-US" altLang="zh-CN" dirty="0" err="1"/>
              <a:t>ReLU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每个词独立进行非线性变换，加工成更丰富的语义表示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Attention</a:t>
            </a:r>
            <a:r>
              <a:rPr lang="zh-CN" altLang="en-US" dirty="0"/>
              <a:t>：不同词之间通信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Feed Forward</a:t>
            </a:r>
            <a:r>
              <a:rPr lang="zh-CN" altLang="en-US" dirty="0"/>
              <a:t>：每个词独立进行非线性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&lt;</a:t>
            </a:r>
            <a:r>
              <a:rPr lang="zh-CN" altLang="en-US" b="1" dirty="0"/>
              <a:t>总结</a:t>
            </a:r>
            <a:r>
              <a:rPr lang="en-US" altLang="zh-CN" b="1" dirty="0"/>
              <a:t>&gt;</a:t>
            </a:r>
            <a:endParaRPr lang="en-US" altLang="zh-CN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b="1" dirty="0"/>
              <a:t>Encoder 的输出不是简单的词向量而是结合上下文之后的词向量</a:t>
            </a:r>
            <a:r>
              <a:rPr lang="zh-CN" altLang="en-US" b="1" dirty="0"/>
              <a:t>，</a:t>
            </a:r>
            <a:r>
              <a:rPr lang="zh-CN" altLang="zh-CN" b="1" dirty="0"/>
              <a:t>这些输出会被传递给 Decoder，作为 Decoder 理解输入句子的依据</a:t>
            </a:r>
            <a:endParaRPr lang="zh-CN" altLang="zh-CN" b="1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7623" y="1543050"/>
            <a:ext cx="2824377" cy="39179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012363" y="3252787"/>
            <a:ext cx="708025" cy="352426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787896" y="2868285"/>
          <a:ext cx="3678653" cy="506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Equation" r:id="rId2" imgW="1760855" imgH="233680" progId="Equation.DSMT4">
                  <p:embed/>
                </p:oleObj>
              </mc:Choice>
              <mc:Fallback>
                <p:oleObj name="Equation" r:id="rId2" imgW="1760855" imgH="233680" progId="Equation.DSMT4">
                  <p:embed/>
                  <p:pic>
                    <p:nvPicPr>
                      <p:cNvPr id="0" name="图片 112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87896" y="2868285"/>
                        <a:ext cx="3678653" cy="5067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4072" y="1868486"/>
            <a:ext cx="11140214" cy="4535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No.5 Decoder</a:t>
            </a:r>
            <a:r>
              <a:rPr lang="zh-CN" altLang="en-US" b="1" dirty="0">
                <a:solidFill>
                  <a:srgbClr val="C00000"/>
                </a:solidFill>
              </a:rPr>
              <a:t>解码器部分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根据</a:t>
            </a:r>
            <a:r>
              <a:rPr lang="en-US" altLang="zh-CN" dirty="0"/>
              <a:t>Encoder</a:t>
            </a:r>
            <a:r>
              <a:rPr lang="zh-CN" altLang="en-US" dirty="0"/>
              <a:t>中的信息，以及已经生成的输出内容，预测下一个词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核心的策略：</a:t>
            </a:r>
            <a:r>
              <a:rPr lang="zh-CN" altLang="en-US" b="1" dirty="0"/>
              <a:t>错位输入</a:t>
            </a:r>
            <a:r>
              <a:rPr lang="zh-CN" altLang="en-US" dirty="0"/>
              <a:t>、</a:t>
            </a:r>
            <a:r>
              <a:rPr lang="zh-CN" altLang="en-US" b="1" dirty="0"/>
              <a:t>教师强制、掩码机制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NO.5.1</a:t>
            </a:r>
            <a:r>
              <a:rPr lang="zh-CN" altLang="en-US" b="1" dirty="0">
                <a:solidFill>
                  <a:srgbClr val="C00000"/>
                </a:solidFill>
              </a:rPr>
              <a:t> 错位输入 </a:t>
            </a:r>
            <a:r>
              <a:rPr lang="en-US" altLang="zh-CN" b="1" dirty="0">
                <a:solidFill>
                  <a:srgbClr val="C00000"/>
                </a:solidFill>
              </a:rPr>
              <a:t>Output Embedding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在给 </a:t>
            </a:r>
            <a:r>
              <a:rPr lang="en-US" altLang="zh-CN" dirty="0"/>
              <a:t>Decoder </a:t>
            </a:r>
            <a:r>
              <a:rPr lang="zh-CN" altLang="en-US" dirty="0"/>
              <a:t>喂数据时，系统并没有把完整的答案直接对齐喂给它，而是做了一个</a:t>
            </a:r>
            <a:r>
              <a:rPr lang="zh-CN" altLang="en-US" b="1" dirty="0"/>
              <a:t>向右错位</a:t>
            </a:r>
            <a:r>
              <a:rPr lang="zh-CN" altLang="en-US" dirty="0"/>
              <a:t>的操作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dirty="0"/>
              <a:t>Decoder 看到的输入：&lt;SOS&gt; </a:t>
            </a:r>
            <a:r>
              <a:rPr lang="en-US" altLang="zh-CN" dirty="0"/>
              <a:t>I like cats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dirty="0"/>
              <a:t>Decoder 需要输出：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like</a:t>
            </a:r>
            <a:r>
              <a:rPr lang="zh-CN" altLang="en-US" dirty="0"/>
              <a:t> </a:t>
            </a:r>
            <a:r>
              <a:rPr lang="en-US" altLang="zh-CN" dirty="0"/>
              <a:t>cats&lt;EOS&gt;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CN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dirty="0"/>
              <a:t>它预测的任务，是基于绝对正确的历史，去推测未知的下一步</a:t>
            </a:r>
            <a:endParaRPr lang="en-US" altLang="zh-CN" b="1" dirty="0"/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4072" y="1868486"/>
            <a:ext cx="11140214" cy="4805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教师强制</a:t>
            </a:r>
            <a:r>
              <a:rPr lang="zh-CN" altLang="en-US" dirty="0"/>
              <a:t>策略：即使预测错误，也要强制修改正确然后作为输入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Eg</a:t>
            </a:r>
            <a:r>
              <a:rPr lang="zh-CN" altLang="en-US" dirty="0"/>
              <a:t>：比如此时输入</a:t>
            </a:r>
            <a:r>
              <a:rPr lang="en-US" altLang="zh-CN" dirty="0"/>
              <a:t>&lt;SOS&gt; I </a:t>
            </a:r>
            <a:r>
              <a:rPr lang="zh-CN" altLang="en-US" dirty="0"/>
              <a:t>预测为 </a:t>
            </a:r>
            <a:r>
              <a:rPr lang="en-US" altLang="zh-CN" dirty="0"/>
              <a:t>run </a:t>
            </a:r>
            <a:r>
              <a:rPr lang="zh-CN" altLang="en-US" dirty="0"/>
              <a:t>了，此时预测错误，根据预测的错误计算损失，但是它不会作为下一次的输入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也就是说下一次的输入为</a:t>
            </a:r>
            <a:r>
              <a:rPr lang="en-US" altLang="zh-CN" dirty="0">
                <a:solidFill>
                  <a:srgbClr val="FF0000"/>
                </a:solidFill>
              </a:rPr>
              <a:t>&lt;SOS&gt; I like</a:t>
            </a:r>
            <a:r>
              <a:rPr lang="zh-CN" altLang="en-US" dirty="0"/>
              <a:t>而不是</a:t>
            </a:r>
            <a:r>
              <a:rPr lang="en-US" altLang="zh-CN" dirty="0">
                <a:solidFill>
                  <a:srgbClr val="FF0000"/>
                </a:solidFill>
              </a:rPr>
              <a:t>&lt;SOS&gt; I run 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199975" y="3958284"/>
          <a:ext cx="6261100" cy="2286000"/>
        </p:xfrm>
        <a:graphic>
          <a:graphicData uri="http://schemas.openxmlformats.org/drawingml/2006/table">
            <a:tbl>
              <a:tblPr/>
              <a:tblGrid>
                <a:gridCol w="3213100"/>
                <a:gridCol w="3048000"/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rgbClr val="FF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Decoder </a:t>
                      </a:r>
                      <a:r>
                        <a:rPr lang="zh-CN" altLang="en-US" sz="2400" b="1" i="0" u="none" strike="noStrike" cap="none" spc="0" baseline="0" dirty="0">
                          <a:solidFill>
                            <a:srgbClr val="FF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输入</a:t>
                      </a:r>
                      <a:endParaRPr lang="zh-CN" altLang="en-US" sz="2400" b="1" i="0" u="none" strike="noStrike" cap="none" spc="0" baseline="0" dirty="0">
                        <a:solidFill>
                          <a:srgbClr val="FF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 i="0" u="none" strike="noStrike" cap="none" spc="0" baseline="0" dirty="0">
                          <a:solidFill>
                            <a:srgbClr val="FF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要预测的目标</a:t>
                      </a:r>
                      <a:endParaRPr lang="zh-CN" altLang="en-US" sz="2400" b="1" i="0" u="none" strike="noStrike" cap="none" spc="0" baseline="0" dirty="0">
                        <a:solidFill>
                          <a:srgbClr val="FF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&lt;</a:t>
                      </a:r>
                      <a:r>
                        <a:rPr lang="en-US" altLang="zh-CN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S</a:t>
                      </a: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OS&gt;</a:t>
                      </a:r>
                      <a:endParaRPr lang="en-US" sz="2400" b="1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I</a:t>
                      </a:r>
                      <a:endParaRPr lang="en-US" sz="2400" b="1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&lt;</a:t>
                      </a:r>
                      <a:r>
                        <a:rPr lang="en-US" altLang="zh-CN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S</a:t>
                      </a: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OS&gt; I</a:t>
                      </a:r>
                      <a:endParaRPr lang="en-US" sz="2400" b="1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like  </a:t>
                      </a:r>
                      <a:endParaRPr lang="en-US" sz="2400" b="1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&lt;</a:t>
                      </a:r>
                      <a:r>
                        <a:rPr lang="en-US" altLang="zh-CN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S</a:t>
                      </a: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OS&gt; I like</a:t>
                      </a:r>
                      <a:endParaRPr lang="en-US" sz="2400" b="1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cats</a:t>
                      </a:r>
                      <a:endParaRPr lang="en-US" sz="2400" b="1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&lt;</a:t>
                      </a:r>
                      <a:r>
                        <a:rPr lang="en-US" altLang="zh-CN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S</a:t>
                      </a: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OS&gt; I like cats</a:t>
                      </a:r>
                      <a:endParaRPr lang="en-US" sz="2400" b="1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&lt;EOS&gt;</a:t>
                      </a:r>
                      <a:endParaRPr lang="en-US" sz="2400" b="1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766" y="2831454"/>
            <a:ext cx="2824377" cy="39179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939828" y="5739129"/>
            <a:ext cx="1252172" cy="576264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1140214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No.5.2 Masked Multi-Head Attention </a:t>
            </a:r>
            <a:r>
              <a:rPr lang="zh-CN" altLang="en-US" b="1" dirty="0">
                <a:solidFill>
                  <a:srgbClr val="C00000"/>
                </a:solidFill>
              </a:rPr>
              <a:t>掩码机制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dirty="0"/>
              <a:t>初始输入：</a:t>
            </a:r>
            <a:r>
              <a:rPr lang="zh-CN" altLang="zh-CN" dirty="0"/>
              <a:t>模型只能看到 &lt;SOS&gt;，强行去预测 </a:t>
            </a:r>
            <a:r>
              <a:rPr lang="en-US" altLang="zh-CN" dirty="0"/>
              <a:t>I</a:t>
            </a:r>
            <a:r>
              <a:rPr lang="zh-CN" altLang="zh-CN" dirty="0"/>
              <a:t>。</a:t>
            </a:r>
            <a:endParaRPr lang="zh-CN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dirty="0"/>
              <a:t>下一次输入：</a:t>
            </a:r>
            <a:r>
              <a:rPr lang="zh-CN" altLang="zh-CN" dirty="0"/>
              <a:t>模型只能看到 &lt;SOS&gt; 和 </a:t>
            </a:r>
            <a:r>
              <a:rPr lang="en-US" altLang="zh-CN" dirty="0"/>
              <a:t>I</a:t>
            </a:r>
            <a:r>
              <a:rPr lang="zh-CN" altLang="zh-CN" dirty="0"/>
              <a:t>，后面的词全部被遮蔽，强行预测</a:t>
            </a:r>
            <a:endParaRPr lang="zh-CN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dirty="0"/>
              <a:t>当计算位置 3 时：模型只能看到 &lt;SOS&gt;、</a:t>
            </a:r>
            <a:r>
              <a:rPr lang="en-US" altLang="zh-CN" dirty="0"/>
              <a:t>I</a:t>
            </a:r>
            <a:r>
              <a:rPr lang="zh-CN" altLang="zh-CN" dirty="0"/>
              <a:t>、</a:t>
            </a:r>
            <a:r>
              <a:rPr lang="en-US" altLang="zh-CN" dirty="0"/>
              <a:t>like</a:t>
            </a:r>
            <a:r>
              <a:rPr lang="zh-CN" altLang="zh-CN" dirty="0"/>
              <a:t>，预测</a:t>
            </a:r>
            <a:r>
              <a:rPr lang="en-US" altLang="zh-CN" dirty="0"/>
              <a:t> cats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7623" y="2831454"/>
            <a:ext cx="2824377" cy="39179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727714" y="5044863"/>
            <a:ext cx="1252172" cy="576264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AutoShape 2" descr="飞书文档 - 图片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28" y="3232211"/>
            <a:ext cx="4602845" cy="339693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869" y="3199935"/>
            <a:ext cx="1039867" cy="3473598"/>
          </a:xfrm>
          <a:prstGeom prst="rect">
            <a:avLst/>
          </a:prstGeom>
        </p:spPr>
      </p:pic>
      <p:cxnSp>
        <p:nvCxnSpPr>
          <p:cNvPr id="11" name="直接箭头连接符 10"/>
          <p:cNvCxnSpPr>
            <a:stCxn id="8" idx="3"/>
            <a:endCxn id="9" idx="1"/>
          </p:cNvCxnSpPr>
          <p:nvPr/>
        </p:nvCxnSpPr>
        <p:spPr>
          <a:xfrm>
            <a:off x="5439573" y="4930678"/>
            <a:ext cx="1536296" cy="6056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No5.3 Decoder </a:t>
            </a:r>
            <a:r>
              <a:rPr lang="zh-CN" altLang="en-US" b="1" dirty="0">
                <a:solidFill>
                  <a:srgbClr val="C00000"/>
                </a:solidFill>
              </a:rPr>
              <a:t>中的第二个 </a:t>
            </a:r>
            <a:r>
              <a:rPr lang="en-US" altLang="zh-CN" b="1" dirty="0">
                <a:solidFill>
                  <a:srgbClr val="C00000"/>
                </a:solidFill>
              </a:rPr>
              <a:t>Multi-Head Attention</a:t>
            </a:r>
            <a:r>
              <a:rPr lang="zh-CN" altLang="en-US" b="1" dirty="0">
                <a:solidFill>
                  <a:srgbClr val="C00000"/>
                </a:solidFill>
              </a:rPr>
              <a:t>：去查询 </a:t>
            </a:r>
            <a:r>
              <a:rPr lang="en-US" altLang="zh-CN" b="1" dirty="0">
                <a:solidFill>
                  <a:srgbClr val="C00000"/>
                </a:solidFill>
              </a:rPr>
              <a:t>Encoder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Decoder </a:t>
            </a:r>
            <a:r>
              <a:rPr lang="zh-CN" altLang="en-US" dirty="0"/>
              <a:t>根据当前要生成的内容，去输入句子中寻找相关信息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Q=Decoder</a:t>
            </a:r>
            <a:r>
              <a:rPr lang="zh-CN" altLang="en-US" dirty="0">
                <a:solidFill>
                  <a:srgbClr val="FF0000"/>
                </a:solidFill>
              </a:rPr>
              <a:t>表示</a:t>
            </a:r>
            <a:r>
              <a:rPr lang="en-US" altLang="zh-CN" dirty="0">
                <a:solidFill>
                  <a:srgbClr val="FF0000"/>
                </a:solidFill>
              </a:rPr>
              <a:t>    K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V=Encoder</a:t>
            </a:r>
            <a:r>
              <a:rPr lang="zh-CN" altLang="en-US" dirty="0">
                <a:solidFill>
                  <a:srgbClr val="FF0000"/>
                </a:solidFill>
              </a:rPr>
              <a:t>输出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理解：</a:t>
            </a:r>
            <a:r>
              <a:rPr lang="en-US" altLang="zh-CN" dirty="0"/>
              <a:t>Decoder </a:t>
            </a:r>
            <a:r>
              <a:rPr lang="zh-CN" altLang="en-US" dirty="0"/>
              <a:t>提出问题，</a:t>
            </a:r>
            <a:r>
              <a:rPr lang="en-US" altLang="zh-CN" dirty="0"/>
              <a:t>Encoder </a:t>
            </a:r>
            <a:r>
              <a:rPr lang="zh-CN" altLang="en-US" dirty="0"/>
              <a:t>提供资料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Decoder</a:t>
            </a:r>
            <a:r>
              <a:rPr lang="zh-CN" altLang="en-US" sz="2000" dirty="0"/>
              <a:t>：要生成一个表示动物的词，输入句子中哪个部分最相关</a:t>
            </a: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Encoder</a:t>
            </a:r>
            <a:r>
              <a:rPr lang="zh-CN" altLang="en-US" sz="2000" dirty="0"/>
              <a:t>：这里的“猫”最相关</a:t>
            </a:r>
            <a:endParaRPr lang="zh-CN" altLang="en-US" sz="2000" dirty="0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854450" y="5105400"/>
            <a:ext cx="431800" cy="50800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/>
          <p:cNvSpPr txBox="1"/>
          <p:nvPr/>
        </p:nvSpPr>
        <p:spPr>
          <a:xfrm>
            <a:off x="3333750" y="5652699"/>
            <a:ext cx="1314450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对齐过程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7623" y="2831454"/>
            <a:ext cx="2824377" cy="39179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727714" y="4333663"/>
            <a:ext cx="1252172" cy="576264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577" y="4764736"/>
            <a:ext cx="3909273" cy="13860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No.6 </a:t>
            </a:r>
            <a:r>
              <a:rPr lang="zh-CN" altLang="en-US" b="1" dirty="0">
                <a:solidFill>
                  <a:srgbClr val="C00000"/>
                </a:solidFill>
              </a:rPr>
              <a:t>线性变换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Decoder </a:t>
            </a:r>
            <a:r>
              <a:rPr lang="zh-CN" altLang="en-US" dirty="0"/>
              <a:t>最后输出的仍然是一个隐藏向量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Linear </a:t>
            </a:r>
            <a:r>
              <a:rPr lang="zh-CN" altLang="en-US" dirty="0"/>
              <a:t>层会把它映射到</a:t>
            </a:r>
            <a:r>
              <a:rPr lang="en-US" altLang="zh-CN" dirty="0"/>
              <a:t>Logits</a:t>
            </a:r>
            <a:r>
              <a:rPr lang="zh-CN" altLang="en-US" dirty="0"/>
              <a:t>分数层面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通过</a:t>
            </a:r>
            <a:r>
              <a:rPr lang="en-US" altLang="zh-CN" dirty="0" err="1"/>
              <a:t>Softmax</a:t>
            </a:r>
            <a:r>
              <a:rPr lang="zh-CN" altLang="en-US" dirty="0"/>
              <a:t>转换为概率，生成概率最高的词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2781300" y="2844800"/>
            <a:ext cx="0" cy="72390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直接箭头连接符 7"/>
          <p:cNvCxnSpPr/>
          <p:nvPr/>
        </p:nvCxnSpPr>
        <p:spPr>
          <a:xfrm>
            <a:off x="2781300" y="4165600"/>
            <a:ext cx="0" cy="81280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7623" y="2831454"/>
            <a:ext cx="2824377" cy="391795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630348" y="3140868"/>
            <a:ext cx="1252172" cy="576264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945" y="6425039"/>
            <a:ext cx="10160000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https://acn3t8qa5wm4.feishu.cn/wiki/NUZEwrOsQiRo9YkW3emcIY7PnIc?from=from_copylink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03031" y="5445270"/>
            <a:ext cx="264687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整体详细过程</a:t>
            </a:r>
            <a:endParaRPr lang="zh-CN" altLang="en-US" sz="32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cxnSp>
        <p:nvCxnSpPr>
          <p:cNvPr id="12" name="直接箭头连接符 11"/>
          <p:cNvCxnSpPr>
            <a:stCxn id="7" idx="2"/>
          </p:cNvCxnSpPr>
          <p:nvPr/>
        </p:nvCxnSpPr>
        <p:spPr>
          <a:xfrm flipH="1">
            <a:off x="5308600" y="6030045"/>
            <a:ext cx="2517870" cy="286088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8"/>
            <a:ext cx="3893811" cy="295751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724" y="135367"/>
            <a:ext cx="5651344" cy="284799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44" y="3045185"/>
            <a:ext cx="5537503" cy="16589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44" y="4704099"/>
            <a:ext cx="6851330" cy="1922051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12591" y="482600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Transformer</a:t>
            </a:r>
            <a:r>
              <a:rPr lang="zh-CN" altLang="en-US" sz="3600" dirty="0"/>
              <a:t>训练模式</a:t>
            </a:r>
            <a:endParaRPr lang="zh-CN" altLang="en-US" sz="3600" dirty="0"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5907" y="3073462"/>
            <a:ext cx="4724446" cy="30396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677" y="3142719"/>
            <a:ext cx="3978230" cy="29011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41" y="303359"/>
            <a:ext cx="4960426" cy="2543346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89067" y="2672228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 Light" panose="02010600030101010101" charset="-122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9pPr>
          </a:lstStyle>
          <a:p>
            <a:r>
              <a:rPr lang="en-US" altLang="zh-CN" sz="3600" dirty="0"/>
              <a:t>Transformer</a:t>
            </a:r>
            <a:r>
              <a:rPr lang="zh-CN" altLang="en-US" sz="3600" dirty="0"/>
              <a:t>推理模式</a:t>
            </a:r>
            <a:endParaRPr lang="zh-CN" altLang="en-US" sz="3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62" y="112236"/>
            <a:ext cx="4518305" cy="27344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具体工作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1932" y="1757200"/>
          <a:ext cx="11868136" cy="5016545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2028598"/>
                <a:gridCol w="3407590"/>
                <a:gridCol w="6431948"/>
              </a:tblGrid>
              <a:tr h="424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任务类型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具体任务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Transformer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运行机理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4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机器翻译</a:t>
                      </a:r>
                      <a:endParaRPr lang="zh-CN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中文到英文、英文到中文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Encoder 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理解源语言，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Decoder 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生成目标语言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7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文本理解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情感分类、主题分类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把句子编码成整体语义表示，再判断类别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64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文本匹配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问答匹配、句子相似度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比较文本之间的语义关系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40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文本生成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写文章、续写、摘要、对话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Decoder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根据已有内容来预测下一个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token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40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代码任务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代码生成、解释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代码也可以看成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Token 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序列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40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图像分类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ViT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  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图像分类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把图像切成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Patch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，把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Patch 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当成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Token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40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图像分割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Segmenter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 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等模型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让不同图像区域交换信息，判断每个像素或区域类别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40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目标检测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DETR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等模型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建模图像与类别之间的关系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40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多模态任务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文本、图像、音频联合理解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不同模态都可以转成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Token 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后统一建模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61932" y="4832739"/>
            <a:ext cx="11953812" cy="472339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Vision Transformer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ViT</a:t>
            </a:r>
            <a:r>
              <a:rPr lang="en-US" altLang="zh-CN" dirty="0"/>
              <a:t> </a:t>
            </a:r>
            <a:r>
              <a:rPr lang="zh-CN" altLang="en-US" dirty="0"/>
              <a:t>的核心思想是：把图像切成 </a:t>
            </a:r>
            <a:r>
              <a:rPr lang="en-US" altLang="zh-CN" dirty="0"/>
              <a:t>Patch</a:t>
            </a:r>
            <a:r>
              <a:rPr lang="zh-CN" altLang="en-US" dirty="0"/>
              <a:t>，把 </a:t>
            </a:r>
            <a:r>
              <a:rPr lang="en-US" altLang="zh-CN" dirty="0"/>
              <a:t>Patch </a:t>
            </a:r>
            <a:r>
              <a:rPr lang="zh-CN" altLang="en-US" dirty="0"/>
              <a:t>当作词，再使用 </a:t>
            </a:r>
            <a:r>
              <a:rPr lang="en-US" altLang="zh-CN" dirty="0"/>
              <a:t>Transformer Encoder </a:t>
            </a:r>
            <a:r>
              <a:rPr lang="zh-CN" altLang="en-US" dirty="0"/>
              <a:t>学习不同图像区域之间的全局关系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88" y="2793695"/>
            <a:ext cx="7213400" cy="36991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93150" y="2793696"/>
            <a:ext cx="3281136" cy="66479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图片切成词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进行位置编码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套用标准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9880600" y="3162300"/>
            <a:ext cx="0" cy="93345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直接箭头连接符 9"/>
          <p:cNvCxnSpPr/>
          <p:nvPr/>
        </p:nvCxnSpPr>
        <p:spPr>
          <a:xfrm>
            <a:off x="9861550" y="4629150"/>
            <a:ext cx="0" cy="93345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68275"/>
            <a:ext cx="10515600" cy="1325563"/>
          </a:xfrm>
        </p:spPr>
        <p:txBody>
          <a:bodyPr/>
          <a:lstStyle/>
          <a:p>
            <a:r>
              <a:rPr lang="en-US" altLang="zh-CN" dirty="0" err="1"/>
              <a:t>ViT</a:t>
            </a:r>
            <a:r>
              <a:rPr lang="en-US" altLang="zh-CN" dirty="0"/>
              <a:t> vs CNN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832" y="1984536"/>
            <a:ext cx="6491042" cy="2145688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665029"/>
            <a:ext cx="8558753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zh-CN" dirty="0"/>
              <a:t> </a:t>
            </a:r>
            <a:r>
              <a:rPr lang="zh-CN" altLang="zh-CN" dirty="0"/>
              <a:t>CNN 更擅长从局部区域逐步提取特征</a:t>
            </a:r>
            <a:endParaRPr lang="zh-CN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zh-CN" dirty="0"/>
              <a:t> </a:t>
            </a:r>
            <a:r>
              <a:rPr lang="zh-CN" altLang="zh-CN" dirty="0"/>
              <a:t>ViT 可以通过 Attention 直接建立远距离 Patch 之间的联系 </a:t>
            </a:r>
            <a:endParaRPr lang="zh-CN" altLang="zh-CN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960563" y="4169975"/>
          <a:ext cx="10119581" cy="2596215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2023916"/>
                <a:gridCol w="3412272"/>
                <a:gridCol w="4683393"/>
              </a:tblGrid>
              <a:tr h="424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对比维度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CNN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ViT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4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核心计算机制</a:t>
                      </a:r>
                      <a:endParaRPr lang="zh-CN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利用滑动窗口局部卷积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全局自注意力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7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感受野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由局部到全局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开始时就是全局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64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数据依赖度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小样本下泛化能力强</a:t>
                      </a:r>
                      <a:endParaRPr lang="zh-CN" altLang="en-US" sz="20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小数据集容易过拟合，要依赖海量数据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40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特征提取倾向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擅长提取精细的局部特征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擅长提取高维度的宏观语义特征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477617" y="2767280"/>
            <a:ext cx="9236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en-GB" altLang="zh-CN" sz="4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计算机楼——西门（蓝色）=="/>
          <p:cNvPicPr>
            <a:picLocks noChangeAspect="1"/>
          </p:cNvPicPr>
          <p:nvPr/>
        </p:nvPicPr>
        <p:blipFill>
          <a:blip r:embed="rId1"/>
          <a:srcRect l="1146" b="9039"/>
          <a:stretch>
            <a:fillRect/>
          </a:stretch>
        </p:blipFill>
        <p:spPr>
          <a:xfrm>
            <a:off x="0" y="3851910"/>
            <a:ext cx="12200255" cy="3006090"/>
          </a:xfrm>
          <a:prstGeom prst="rect">
            <a:avLst/>
          </a:prstGeom>
        </p:spPr>
      </p:pic>
      <p:pic>
        <p:nvPicPr>
          <p:cNvPr id="5" name="图片 4" descr="吉大logo-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70" y="198915"/>
            <a:ext cx="3288660" cy="97066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5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6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7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8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9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10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11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12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13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14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15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16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17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18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19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0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1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2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3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4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5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6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7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8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29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0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1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2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3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4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5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6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7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8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39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0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1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2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3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4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5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6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7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8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49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50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51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52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53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54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55.xml><?xml version="1.0" encoding="utf-8"?>
<p:tagLst xmlns:p="http://schemas.openxmlformats.org/presentationml/2006/main">
  <p:tag name="KSO_WM_DIAGRAM_VIRTUALLY_FRAME" val="{&quot;height&quot;:459.7,&quot;left&quot;:73.6,&quot;top&quot;:67.15,&quot;width&quot;:392.5}"/>
</p:tagLst>
</file>

<file path=ppt/tags/tag56.xml><?xml version="1.0" encoding="utf-8"?>
<p:tagLst xmlns:p="http://schemas.openxmlformats.org/presentationml/2006/main">
  <p:tag name="TABLE_ENDDRAG_ORIGIN_RECT" val="944*211"/>
  <p:tag name="TABLE_ENDDRAG_RECT" val="7*193*944*211"/>
</p:tagLst>
</file>

<file path=ppt/tags/tag57.xml><?xml version="1.0" encoding="utf-8"?>
<p:tagLst xmlns:p="http://schemas.openxmlformats.org/presentationml/2006/main">
  <p:tag name="TABLE_ENDDRAG_ORIGIN_RECT" val="944*211"/>
  <p:tag name="TABLE_ENDDRAG_RECT" val="7*193*944*211"/>
</p:tagLst>
</file>

<file path=ppt/tags/tag58.xml><?xml version="1.0" encoding="utf-8"?>
<p:tagLst xmlns:p="http://schemas.openxmlformats.org/presentationml/2006/main">
  <p:tag name="TABLE_ENDDRAG_ORIGIN_RECT" val="944*211"/>
  <p:tag name="TABLE_ENDDRAG_RECT" val="7*193*944*211"/>
</p:tagLst>
</file>

<file path=ppt/tags/tag59.xml><?xml version="1.0" encoding="utf-8"?>
<p:tagLst xmlns:p="http://schemas.openxmlformats.org/presentationml/2006/main">
  <p:tag name="TABLE_ENDDRAG_ORIGIN_RECT" val="944*211"/>
  <p:tag name="TABLE_ENDDRAG_RECT" val="7*193*944*211"/>
</p:tagLst>
</file>

<file path=ppt/tags/tag60.xml><?xml version="1.0" encoding="utf-8"?>
<p:tagLst xmlns:p="http://schemas.openxmlformats.org/presentationml/2006/main">
  <p:tag name="TABLE_ENDDRAG_ORIGIN_RECT" val="944*211"/>
  <p:tag name="TABLE_ENDDRAG_RECT" val="7*193*944*211"/>
</p:tagLst>
</file>

<file path=ppt/tags/tag61.xml><?xml version="1.0" encoding="utf-8"?>
<p:tagLst xmlns:p="http://schemas.openxmlformats.org/presentationml/2006/main">
  <p:tag name="TABLE_ENDDRAG_ORIGIN_RECT" val="944*211"/>
  <p:tag name="TABLE_ENDDRAG_RECT" val="7*193*944*211"/>
</p:tagLst>
</file>

<file path=ppt/tags/tag62.xml><?xml version="1.0" encoding="utf-8"?>
<p:tagLst xmlns:p="http://schemas.openxmlformats.org/presentationml/2006/main">
  <p:tag name="TABLE_ENDDRAG_ORIGIN_RECT" val="944*211"/>
  <p:tag name="TABLE_ENDDRAG_RECT" val="7*193*944*211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45499"/>
      </a:accent1>
      <a:accent2>
        <a:srgbClr val="FEBF0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45499"/>
      </a:accent1>
      <a:accent2>
        <a:srgbClr val="FEBF0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7580</Words>
  <Application>WPS 演示</Application>
  <PresentationFormat>宽屏</PresentationFormat>
  <Paragraphs>982</Paragraphs>
  <Slides>53</Slides>
  <Notes>5</Notes>
  <HiddenSlides>0</HiddenSlides>
  <MMClips>3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65</vt:i4>
      </vt:variant>
      <vt:variant>
        <vt:lpstr>幻灯片标题</vt:lpstr>
      </vt:variant>
      <vt:variant>
        <vt:i4>53</vt:i4>
      </vt:variant>
    </vt:vector>
  </HeadingPairs>
  <TitlesOfParts>
    <vt:vector size="133" baseType="lpstr">
      <vt:lpstr>Arial</vt:lpstr>
      <vt:lpstr>宋体</vt:lpstr>
      <vt:lpstr>Wingdings</vt:lpstr>
      <vt:lpstr>等线</vt:lpstr>
      <vt:lpstr>微软雅黑</vt:lpstr>
      <vt:lpstr>等线 Light</vt:lpstr>
      <vt:lpstr>Arial</vt:lpstr>
      <vt:lpstr>Calibri</vt:lpstr>
      <vt:lpstr>Wingdings</vt:lpstr>
      <vt:lpstr>Times New Roman</vt:lpstr>
      <vt:lpstr>Arial Unicode MS</vt:lpstr>
      <vt:lpstr>Google Sans Text</vt:lpstr>
      <vt:lpstr>Segoe Print</vt:lpstr>
      <vt:lpstr>PingFang SC</vt:lpstr>
      <vt:lpstr>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非线性模型</vt:lpstr>
      <vt:lpstr>神经网络</vt:lpstr>
      <vt:lpstr>激活函数</vt:lpstr>
      <vt:lpstr>PowerPoint 演示文稿</vt:lpstr>
      <vt:lpstr>反向传播</vt:lpstr>
      <vt:lpstr>反向传播</vt:lpstr>
      <vt:lpstr>PowerPoint 演示文稿</vt:lpstr>
      <vt:lpstr>总结——神经网络</vt:lpstr>
      <vt:lpstr>卷积神经网络 CNN</vt:lpstr>
      <vt:lpstr>CNN的四个主要阶段</vt:lpstr>
      <vt:lpstr>卷积层</vt:lpstr>
      <vt:lpstr>卷积层</vt:lpstr>
      <vt:lpstr>卷积层</vt:lpstr>
      <vt:lpstr>卷积层</vt:lpstr>
      <vt:lpstr>卷积层</vt:lpstr>
      <vt:lpstr>激活层</vt:lpstr>
      <vt:lpstr>池化层</vt:lpstr>
      <vt:lpstr>池化层</vt:lpstr>
      <vt:lpstr>全连接层</vt:lpstr>
      <vt:lpstr>CNN的具体实例</vt:lpstr>
      <vt:lpstr>LeNet 网络</vt:lpstr>
      <vt:lpstr>VGGNet 网络</vt:lpstr>
      <vt:lpstr>ResNet   论文：Deep Residual Learning for Image Recognition</vt:lpstr>
      <vt:lpstr>问题1：梯度问题</vt:lpstr>
      <vt:lpstr>问题2：退化问题</vt:lpstr>
      <vt:lpstr>残差学习</vt:lpstr>
      <vt:lpstr>ResNet 网络结构</vt:lpstr>
      <vt:lpstr>ResNet 网络结构具体实例</vt:lpstr>
      <vt:lpstr>注意力机制</vt:lpstr>
      <vt:lpstr>注意力机制</vt:lpstr>
      <vt:lpstr>注意力机制</vt:lpstr>
      <vt:lpstr>PowerPoint 演示文稿</vt:lpstr>
      <vt:lpstr>PowerPoint 演示文稿</vt:lpstr>
      <vt:lpstr>多头注意力机制</vt:lpstr>
      <vt:lpstr>Transformer介绍</vt:lpstr>
      <vt:lpstr>Transformer架构</vt:lpstr>
      <vt:lpstr>Transformer架构</vt:lpstr>
      <vt:lpstr>Transformer架构</vt:lpstr>
      <vt:lpstr>Transformer架构</vt:lpstr>
      <vt:lpstr>Transformer架构</vt:lpstr>
      <vt:lpstr>Transformer架构</vt:lpstr>
      <vt:lpstr>Transformer架构</vt:lpstr>
      <vt:lpstr>Transformer架构</vt:lpstr>
      <vt:lpstr>Transformer架构</vt:lpstr>
      <vt:lpstr>Transformer架构</vt:lpstr>
      <vt:lpstr>Transformer架构</vt:lpstr>
      <vt:lpstr>Transformer训练模式</vt:lpstr>
      <vt:lpstr>PowerPoint 演示文稿</vt:lpstr>
      <vt:lpstr>Transformer具体工作</vt:lpstr>
      <vt:lpstr>Vision Transformer</vt:lpstr>
      <vt:lpstr>ViT vs CNN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1300116177@qq.com</dc:creator>
  <cp:lastModifiedBy>WPS_1742976995</cp:lastModifiedBy>
  <cp:revision>226</cp:revision>
  <dcterms:created xsi:type="dcterms:W3CDTF">2025-06-10T05:19:00Z</dcterms:created>
  <dcterms:modified xsi:type="dcterms:W3CDTF">2026-08-20T14:09:12Z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D25F132290C34B59ACEC6338E39F448E_13</vt:lpwstr>
  </property>
  <property fmtid="{D5CDD505-2E9C-101B-9397-08002B2CF9AE}" pid="3" name="KSOProductBuildVer">
    <vt:lpwstr>2052-12.1.0.28043</vt:lpwstr>
  </property>
</Properties>
</file>